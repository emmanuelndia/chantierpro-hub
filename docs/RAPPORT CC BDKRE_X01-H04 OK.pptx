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ppt/tags/tag15.xml" ContentType="application/vnd.openxmlformats-officedocument.presentationml.tags+xml"/>
  <Override PartName="/ppt/notesSlides/notesSlide15.xml" ContentType="application/vnd.openxmlformats-officedocument.presentationml.notesSlide+xml"/>
  <Override PartName="/ppt/tags/tag16.xml" ContentType="application/vnd.openxmlformats-officedocument.presentationml.tags+xml"/>
  <Override PartName="/ppt/notesSlides/notesSlide16.xml" ContentType="application/vnd.openxmlformats-officedocument.presentationml.notesSlide+xml"/>
  <Override PartName="/ppt/tags/tag17.xml" ContentType="application/vnd.openxmlformats-officedocument.presentationml.tags+xml"/>
  <Override PartName="/ppt/notesSlides/notesSlide17.xml" ContentType="application/vnd.openxmlformats-officedocument.presentationml.notesSlide+xml"/>
  <Override PartName="/ppt/tags/tag18.xml" ContentType="application/vnd.openxmlformats-officedocument.presentationml.tags+xml"/>
  <Override PartName="/ppt/notesSlides/notesSlide18.xml" ContentType="application/vnd.openxmlformats-officedocument.presentationml.notesSlide+xml"/>
  <Override PartName="/ppt/tags/tag19.xml" ContentType="application/vnd.openxmlformats-officedocument.presentationml.tags+xml"/>
  <Override PartName="/ppt/notesSlides/notesSlide19.xml" ContentType="application/vnd.openxmlformats-officedocument.presentationml.notesSlide+xml"/>
  <Override PartName="/ppt/tags/tag20.xml" ContentType="application/vnd.openxmlformats-officedocument.presentationml.tags+xml"/>
  <Override PartName="/ppt/notesSlides/notesSlide20.xml" ContentType="application/vnd.openxmlformats-officedocument.presentationml.notesSlide+xml"/>
  <Override PartName="/ppt/tags/tag21.xml" ContentType="application/vnd.openxmlformats-officedocument.presentationml.tags+xml"/>
  <Override PartName="/ppt/notesSlides/notesSlide21.xml" ContentType="application/vnd.openxmlformats-officedocument.presentationml.notesSlide+xml"/>
  <Override PartName="/ppt/tags/tag22.xml" ContentType="application/vnd.openxmlformats-officedocument.presentationml.tags+xml"/>
  <Override PartName="/ppt/notesSlides/notesSlide22.xml" ContentType="application/vnd.openxmlformats-officedocument.presentationml.notesSlide+xml"/>
  <Override PartName="/ppt/tags/tag23.xml" ContentType="application/vnd.openxmlformats-officedocument.presentationml.tags+xml"/>
  <Override PartName="/ppt/notesSlides/notesSlide23.xml" ContentType="application/vnd.openxmlformats-officedocument.presentationml.notesSlide+xml"/>
  <Override PartName="/ppt/tags/tag24.xml" ContentType="application/vnd.openxmlformats-officedocument.presentationml.tags+xml"/>
  <Override PartName="/ppt/notesSlides/notesSlide24.xml" ContentType="application/vnd.openxmlformats-officedocument.presentationml.notesSlide+xml"/>
  <Override PartName="/ppt/tags/tag25.xml" ContentType="application/vnd.openxmlformats-officedocument.presentationml.tags+xml"/>
  <Override PartName="/ppt/notesSlides/notesSlide25.xml" ContentType="application/vnd.openxmlformats-officedocument.presentationml.notesSlide+xml"/>
  <Override PartName="/ppt/tags/tag26.xml" ContentType="application/vnd.openxmlformats-officedocument.presentationml.tags+xml"/>
  <Override PartName="/ppt/notesSlides/notesSlide26.xml" ContentType="application/vnd.openxmlformats-officedocument.presentationml.notesSlide+xml"/>
  <Override PartName="/ppt/tags/tag27.xml" ContentType="application/vnd.openxmlformats-officedocument.presentationml.tags+xml"/>
  <Override PartName="/ppt/notesSlides/notesSlide27.xml" ContentType="application/vnd.openxmlformats-officedocument.presentationml.notesSlide+xml"/>
  <Override PartName="/ppt/tags/tag28.xml" ContentType="application/vnd.openxmlformats-officedocument.presentationml.tags+xml"/>
  <Override PartName="/ppt/notesSlides/notesSlide28.xml" ContentType="application/vnd.openxmlformats-officedocument.presentationml.notesSlide+xml"/>
  <Override PartName="/ppt/tags/tag29.xml" ContentType="application/vnd.openxmlformats-officedocument.presentationml.tags+xml"/>
  <Override PartName="/ppt/notesSlides/notesSlide29.xml" ContentType="application/vnd.openxmlformats-officedocument.presentationml.notesSlide+xml"/>
  <Override PartName="/ppt/tags/tag30.xml" ContentType="application/vnd.openxmlformats-officedocument.presentationml.tags+xml"/>
  <Override PartName="/ppt/notesSlides/notesSlide30.xml" ContentType="application/vnd.openxmlformats-officedocument.presentationml.notesSlide+xml"/>
  <Override PartName="/ppt/tags/tag31.xml" ContentType="application/vnd.openxmlformats-officedocument.presentationml.tags+xml"/>
  <Override PartName="/ppt/notesSlides/notesSlide31.xml" ContentType="application/vnd.openxmlformats-officedocument.presentationml.notesSlide+xml"/>
  <Override PartName="/ppt/tags/tag32.xml" ContentType="application/vnd.openxmlformats-officedocument.presentationml.tags+xml"/>
  <Override PartName="/ppt/notesSlides/notesSlide32.xml" ContentType="application/vnd.openxmlformats-officedocument.presentationml.notesSlide+xml"/>
  <Override PartName="/ppt/tags/tag33.xml" ContentType="application/vnd.openxmlformats-officedocument.presentationml.tags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376" r:id="rId2"/>
    <p:sldId id="2147483225" r:id="rId3"/>
    <p:sldId id="2147483227" r:id="rId4"/>
    <p:sldId id="2147483226" r:id="rId5"/>
    <p:sldId id="2147483228" r:id="rId6"/>
    <p:sldId id="2147483229" r:id="rId7"/>
    <p:sldId id="2147483232" r:id="rId8"/>
    <p:sldId id="2147483235" r:id="rId9"/>
    <p:sldId id="2147483234" r:id="rId10"/>
    <p:sldId id="2147483254" r:id="rId11"/>
    <p:sldId id="2147483230" r:id="rId12"/>
    <p:sldId id="2147483255" r:id="rId13"/>
    <p:sldId id="2147483236" r:id="rId14"/>
    <p:sldId id="2147483237" r:id="rId15"/>
    <p:sldId id="2147483238" r:id="rId16"/>
    <p:sldId id="2147483239" r:id="rId17"/>
    <p:sldId id="2147483240" r:id="rId18"/>
    <p:sldId id="2147483241" r:id="rId19"/>
    <p:sldId id="2147483287" r:id="rId20"/>
    <p:sldId id="2147483288" r:id="rId21"/>
    <p:sldId id="2147483260" r:id="rId22"/>
    <p:sldId id="2147483259" r:id="rId23"/>
    <p:sldId id="2147483286" r:id="rId24"/>
    <p:sldId id="2147483282" r:id="rId25"/>
    <p:sldId id="2147483289" r:id="rId26"/>
    <p:sldId id="2147483290" r:id="rId27"/>
    <p:sldId id="2147483294" r:id="rId28"/>
    <p:sldId id="2147483293" r:id="rId29"/>
    <p:sldId id="2147483295" r:id="rId30"/>
    <p:sldId id="2147483296" r:id="rId31"/>
    <p:sldId id="2147483291" r:id="rId32"/>
    <p:sldId id="2147483292" r:id="rId33"/>
    <p:sldId id="2147483297" r:id="rId34"/>
    <p:sldId id="2147483298" r:id="rId35"/>
    <p:sldId id="414" r:id="rId3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3" autoAdjust="0"/>
    <p:restoredTop sz="87692" autoAdjust="0"/>
  </p:normalViewPr>
  <p:slideViewPr>
    <p:cSldViewPr snapToGrid="0">
      <p:cViewPr varScale="1">
        <p:scale>
          <a:sx n="59" d="100"/>
          <a:sy n="59" d="100"/>
        </p:scale>
        <p:origin x="15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A591C8-4182-495D-846B-207DB234B0D5}" type="datetimeFigureOut">
              <a:rPr lang="fr-FR" smtClean="0"/>
              <a:t>21/06/2026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42554-3856-41EF-939D-D7D9904B6E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7068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F07DC-B6EC-55F1-58C6-C3493C8B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FB4819-9E29-BAB5-48CF-7E9C9D7599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5F31DB-9D13-0263-160C-A91AD66183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ED329-1DB0-2567-0DA9-EAACE8C96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8FD89-A868-47CF-BD8F-443A04124E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0217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A3B45-43BD-0392-39BE-FE219C309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528301-E040-86D2-CE62-64802ECCD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91FE1E-3EB4-F231-C044-6773EE52D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0BB4C-A848-FDE3-B775-D63A65D7BD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8FD89-A868-47CF-BD8F-443A04124E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3678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EDE5D-A9A5-DC0D-EC43-D9698B44F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54F0F-ED61-6280-46C4-00B9B814F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E94648-854E-0821-6064-48E8054516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7AC63-E638-6D27-D29E-E496A1A14D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8FD89-A868-47CF-BD8F-443A04124E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9305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627AB-CE02-A7D1-E2A8-E3A96E9FD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C4FC59-EF2F-B526-89AE-C0BC9E0689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E9F688-90CE-6170-7873-DBECB50C7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76C28-EEA5-1358-FFFF-79A46F89C0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8FD89-A868-47CF-BD8F-443A04124E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94091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7CE22-BFDD-FD6E-167C-B242AE27F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9A8201-05C0-625A-168A-DB99F295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13F5B9-5EC8-A454-3410-E08DD264FE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75655-0B14-C9BF-87EA-AD9D5A7EDA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8FD89-A868-47CF-BD8F-443A04124E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1401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627AB-CE02-A7D1-E2A8-E3A96E9FD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C4FC59-EF2F-B526-89AE-C0BC9E0689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E9F688-90CE-6170-7873-DBECB50C7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76C28-EEA5-1358-FFFF-79A46F89C0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8FD89-A868-47CF-BD8F-443A04124E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46944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7CE22-BFDD-FD6E-167C-B242AE27F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9A8201-05C0-625A-168A-DB99F295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13F5B9-5EC8-A454-3410-E08DD264FE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75655-0B14-C9BF-87EA-AD9D5A7EDA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8FD89-A868-47CF-BD8F-443A04124E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5293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627AB-CE02-A7D1-E2A8-E3A96E9FD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C4FC59-EF2F-B526-89AE-C0BC9E0689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E9F688-90CE-6170-7873-DBECB50C7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76C28-EEA5-1358-FFFF-79A46F89C0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8FD89-A868-47CF-BD8F-443A04124E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55929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7CE22-BFDD-FD6E-167C-B242AE27F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9A8201-05C0-625A-168A-DB99F295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13F5B9-5EC8-A454-3410-E08DD264FE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75655-0B14-C9BF-87EA-AD9D5A7EDA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8FD89-A868-47CF-BD8F-443A04124E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22667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1A50A-C481-0F6D-5B56-31CF07CB0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4456BD-B820-DF85-33DB-41AE9C30C1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2B9676-7612-BB72-F282-9088D20CE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FC6AB7-14A1-1FD0-E123-C4C519FA37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8FD89-A868-47CF-BD8F-443A04124E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0649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7CE22-BFDD-FD6E-167C-B242AE27F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9A8201-05C0-625A-168A-DB99F295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13F5B9-5EC8-A454-3410-E08DD264FE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75655-0B14-C9BF-87EA-AD9D5A7EDA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8FD89-A868-47CF-BD8F-443A04124E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8334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627AB-CE02-A7D1-E2A8-E3A96E9FD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C4FC59-EF2F-B526-89AE-C0BC9E0689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E9F688-90CE-6170-7873-DBECB50C7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76C28-EEA5-1358-FFFF-79A46F89C0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8FD89-A868-47CF-BD8F-443A04124E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32873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7CE22-BFDD-FD6E-167C-B242AE27F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9A8201-05C0-625A-168A-DB99F295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13F5B9-5EC8-A454-3410-E08DD264FE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75655-0B14-C9BF-87EA-AD9D5A7EDA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8FD89-A868-47CF-BD8F-443A04124E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81536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627AB-CE02-A7D1-E2A8-E3A96E9FD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C4FC59-EF2F-B526-89AE-C0BC9E0689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E9F688-90CE-6170-7873-DBECB50C7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76C28-EEA5-1358-FFFF-79A46F89C0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8FD89-A868-47CF-BD8F-443A04124E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40585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7CE22-BFDD-FD6E-167C-B242AE27F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9A8201-05C0-625A-168A-DB99F295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13F5B9-5EC8-A454-3410-E08DD264FE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75655-0B14-C9BF-87EA-AD9D5A7EDA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8FD89-A868-47CF-BD8F-443A04124E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43702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627AB-CE02-A7D1-E2A8-E3A96E9FD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C4FC59-EF2F-B526-89AE-C0BC9E0689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E9F688-90CE-6170-7873-DBECB50C7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76C28-EEA5-1358-FFFF-79A46F89C0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8FD89-A868-47CF-BD8F-443A04124E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57897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7CE22-BFDD-FD6E-167C-B242AE27F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9A8201-05C0-625A-168A-DB99F295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13F5B9-5EC8-A454-3410-E08DD264FE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75655-0B14-C9BF-87EA-AD9D5A7EDA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8FD89-A868-47CF-BD8F-443A04124E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80990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F5B5E-6E0F-FAA4-2389-F191DF52B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36A1D8-D958-74EB-CF44-EC89A0EA0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9B98ED-5B2A-4344-6F50-A10985EC6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FC762-5205-AFB4-821B-19F6693B88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8FD89-A868-47CF-BD8F-443A04124E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20358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1E633-C37D-9D03-C74F-4094CD3D2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02DBC3-FD69-D73F-81E9-FBC39A188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492100-C928-8A95-61A3-EB8918007A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8D44B-81E8-3797-2E72-94E3F584A2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8FD89-A868-47CF-BD8F-443A04124E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86435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7CE22-BFDD-FD6E-167C-B242AE27F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9A8201-05C0-625A-168A-DB99F295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13F5B9-5EC8-A454-3410-E08DD264FE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75655-0B14-C9BF-87EA-AD9D5A7EDA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8FD89-A868-47CF-BD8F-443A04124E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48717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627AB-CE02-A7D1-E2A8-E3A96E9FD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C4FC59-EF2F-B526-89AE-C0BC9E0689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E9F688-90CE-6170-7873-DBECB50C7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76C28-EEA5-1358-FFFF-79A46F89C0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8FD89-A868-47CF-BD8F-443A04124E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52564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190A8-DA96-05F3-51FF-A141AAEBE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9AADC4-222A-1E62-A53D-2AE81488B4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025407-6365-1169-4F76-878D1C551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D3474-C5BA-6F2C-994F-23D5F28A1D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8FD89-A868-47CF-BD8F-443A04124E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57565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7CE22-BFDD-FD6E-167C-B242AE27F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9A8201-05C0-625A-168A-DB99F295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13F5B9-5EC8-A454-3410-E08DD264FE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75655-0B14-C9BF-87EA-AD9D5A7EDA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8FD89-A868-47CF-BD8F-443A04124E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5432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1A79B-4BE0-EC63-C338-040F7DCFC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EC14BE-491C-3024-1133-57A7F68F12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5BA52D-149B-4508-E151-1651B5B2CE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0C1492-26D9-FA47-C1C7-04F089B3E0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8FD89-A868-47CF-BD8F-443A04124E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4474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571A9-2ABD-F655-36FE-9EFB03B21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3C972A-3920-6CF7-E090-B0AD66F789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EA71E2-1B96-3233-7122-582569C858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EF933-C33F-9539-F77E-AB590B3F8F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8FD89-A868-47CF-BD8F-443A04124E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53078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987F0-FB9D-F0D4-9B72-04893A77B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BFA3A3-7A30-8A43-34C6-5DA5934AC0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527067-194E-17AF-F204-3C22786733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B3F4F-67CA-9747-DB15-40C36DFA58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8FD89-A868-47CF-BD8F-443A04124E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09548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56D8E-90D6-A10D-1D01-AD9973DE8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F70F6F-487F-E10C-27E1-BE17822276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783823-F3CD-E62C-2400-AE5D3E0A2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B6DCE-7EDA-3296-10E4-C8256A4FBF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8FD89-A868-47CF-BD8F-443A04124E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53001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E5F7F-18C8-93A4-2422-CA08328BB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7B4ED3-91C1-D2BB-068E-58F35E945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EE0B5-8AF1-DF1C-9B81-E74B5BDF9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085D0-2036-DD8A-718E-0FC063A318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8FD89-A868-47CF-BD8F-443A04124E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89968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7CE81-9074-A601-056E-9DCECC1A9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4E4B34-18A0-6E4B-4048-81547E4DE4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7CFDFB-4221-2C6F-5B83-F097CE772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E53CB-4DA3-94F7-6705-3EF7C7426E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8FD89-A868-47CF-BD8F-443A04124E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75935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C3956-CD22-F55F-D249-E8ECC18F6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5577EC-4D8F-4AF0-0874-CEB090230E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700DD4-730D-D706-D2B4-4C5E17E442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714B5-644E-AE60-5F08-0FBA36B0FC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8FD89-A868-47CF-BD8F-443A04124E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64755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3CB3D-EFF8-947A-C02E-F248F9E22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DD711E-F34A-60A3-66E6-0C88827597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398FCB-8725-CA18-1932-8820C513E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5C2C2-0E82-3A64-A5CA-F60C97658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8FD89-A868-47CF-BD8F-443A04124E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14537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EB837-1523-FBEE-B6DD-086CA03FB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F3291D-073A-A06C-C818-98A61ABBD3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2402AF-57AB-443F-BD37-D9D6B0CE2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41A87-0CEF-AACC-D93D-0211B1540F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8FD89-A868-47CF-BD8F-443A04124E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63087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6348-B99B-CDCB-4ABB-FA2C56A4C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225D27-FFBA-3BCF-2ED0-303CBEC52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20DA17-F623-C72B-0DA0-9A3EBA05B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EDA46-B537-EFE2-A26B-02330EB3D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8FD89-A868-47CF-BD8F-443A04124E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0371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DB8C10-9BE9-FAA0-1422-07E879E39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529E928-0560-C0F4-64FC-1A15EA23B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C6711D-BDCE-B0F7-8FEB-070E77853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4DDE6-DE31-4F7F-8FB9-19426A93B23A}" type="datetimeFigureOut">
              <a:rPr lang="fr-FR" smtClean="0"/>
              <a:t>21/06/2026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08A4A8-509A-8524-5FB5-AB7E31587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F4E8BD-8D64-63BD-8466-1705132D6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4119-61B7-471A-A314-C7CE71B71F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580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5772A3-ACCF-2543-FA3A-435D00858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2B4E2E-80BC-3362-DE53-ECF0F8851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5FBAAEA-8375-0DEF-5312-22643981A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4DDE6-DE31-4F7F-8FB9-19426A93B23A}" type="datetimeFigureOut">
              <a:rPr lang="fr-FR" smtClean="0"/>
              <a:t>21/06/2026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333ECD-A453-8180-D9BB-EE0304FFA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4928AB-0866-E022-DC27-42130486A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4119-61B7-471A-A314-C7CE71B71F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8750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062DED-A306-3C4E-B61B-E3246BB7A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00E5D32-EB63-DFCB-6908-85CE78335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3E4273-B185-D131-B9F1-EE8AD7766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4DDE6-DE31-4F7F-8FB9-19426A93B23A}" type="datetimeFigureOut">
              <a:rPr lang="fr-FR" smtClean="0"/>
              <a:t>21/06/2026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BD638F-BD9E-10BF-4E7B-801C3B577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823812-BD4A-7771-7FD4-74DE94944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4119-61B7-471A-A314-C7CE71B71F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9351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027C54-0CAF-7ED3-03C4-266608C13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153183-C8A3-CEDD-29BD-0916D53779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3054B3A-E083-D567-8565-1313F742C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8F0A1F1-1B1A-2149-E793-E2E134913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4DDE6-DE31-4F7F-8FB9-19426A93B23A}" type="datetimeFigureOut">
              <a:rPr lang="fr-FR" smtClean="0"/>
              <a:t>21/06/2026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F9351D6-D3BD-B561-6460-0ABFA4F12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3236A77-04C8-C3CA-459B-3B26A1376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4119-61B7-471A-A314-C7CE71B71F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2336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D3F479-7D54-AECF-6213-56AF93AEE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1D3BF48-8762-5CDF-EEDF-B44E4979F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65D7AC2-3DA1-F9FC-6232-1A2A13481C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448B008-3139-A095-FAF8-50AEC6844C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4672997-548F-6A12-E371-66D5F5AA11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4AB0E45-C471-D9A0-5AF2-D77ECC5B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4DDE6-DE31-4F7F-8FB9-19426A93B23A}" type="datetimeFigureOut">
              <a:rPr lang="fr-FR" smtClean="0"/>
              <a:t>21/06/2026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474E347-EBDC-BEA0-5FB8-CFD70EFEE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8029658-3E3F-7CB1-58A8-1FED545D5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4119-61B7-471A-A314-C7CE71B71F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812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247489-2DE2-A0E2-EEFE-5CF9073EC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0D76C43-2E81-860D-E8D4-CC35F637F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4DDE6-DE31-4F7F-8FB9-19426A93B23A}" type="datetimeFigureOut">
              <a:rPr lang="fr-FR" smtClean="0"/>
              <a:t>21/06/2026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98DD8ED-7FF7-7237-25A6-1218E022F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37C4CE1-7C21-CF74-7869-64D616011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4119-61B7-471A-A314-C7CE71B71F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2144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BF4B4E1-7498-7D9B-4F2C-2211A7989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4DDE6-DE31-4F7F-8FB9-19426A93B23A}" type="datetimeFigureOut">
              <a:rPr lang="fr-FR" smtClean="0"/>
              <a:t>21/06/2026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B23EBD6-C404-208E-6052-0AB3831CA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7B676A4-A9FE-607F-75EA-697569F5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4119-61B7-471A-A314-C7CE71B71F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4219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ED39E8-4600-3AA7-0A5F-4BC0E98DD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8E0C96-7683-95FC-AEB1-80015A82F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569ACFC-9A4D-D516-266D-87F515AFD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3C05AF2-3E4F-1010-E776-A118B37E1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4DDE6-DE31-4F7F-8FB9-19426A93B23A}" type="datetimeFigureOut">
              <a:rPr lang="fr-FR" smtClean="0"/>
              <a:t>21/06/2026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A5E0066-445C-6AD0-0E31-2BAFFD488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08594CB-6D9F-2179-14CD-426C00683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4119-61B7-471A-A314-C7CE71B71F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0104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DD15DF-A891-850D-1FE5-2A735E88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A40191C-1783-6623-86FB-60404435A5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37846D6-CFFC-2A64-666B-4E0ED603A0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D5349D6-CDBB-F36A-2831-EEAA1236A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4DDE6-DE31-4F7F-8FB9-19426A93B23A}" type="datetimeFigureOut">
              <a:rPr lang="fr-FR" smtClean="0"/>
              <a:t>21/06/2026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F8904F5-1BFA-2BFE-03BB-A30AE36C4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2D3B2E4-9392-4AB3-3410-8E5554C18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4119-61B7-471A-A314-C7CE71B71F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3689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CD09ED-62A7-8979-E20B-5AF387858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79058ED-F754-022D-E4BC-B99361F151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346638D-A862-C726-4289-328F1BCCE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4DDE6-DE31-4F7F-8FB9-19426A93B23A}" type="datetimeFigureOut">
              <a:rPr lang="fr-FR" smtClean="0"/>
              <a:t>21/06/2026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095A59-8EB0-3268-016A-D2788BE3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7C0C76-207C-B7B7-120C-1B665D724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4119-61B7-471A-A314-C7CE71B71F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1261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3C4F4B4-E1FD-DC4A-70AE-2C6F81D33E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FBB0723-4BF5-04AB-7DA9-72C7D5691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6A98DC-B9F2-ABE2-569E-DC37956C5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4DDE6-DE31-4F7F-8FB9-19426A93B23A}" type="datetimeFigureOut">
              <a:rPr lang="fr-FR" smtClean="0"/>
              <a:t>21/06/2026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DE8E29-DF87-9CB7-FAA3-E1630B2AD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D6E306-65A8-7F97-9941-516778D8F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4119-61B7-471A-A314-C7CE71B71F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441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tatement Slide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3">
            <a:extLst>
              <a:ext uri="{FF2B5EF4-FFF2-40B4-BE49-F238E27FC236}">
                <a16:creationId xmlns:a16="http://schemas.microsoft.com/office/drawing/2014/main" id="{7C48CA1B-C677-E64E-9E41-2DFE8B9F8DAE}"/>
              </a:ext>
            </a:extLst>
          </p:cNvPr>
          <p:cNvSpPr/>
          <p:nvPr userDrawn="1"/>
        </p:nvSpPr>
        <p:spPr>
          <a:xfrm>
            <a:off x="-3" y="6273800"/>
            <a:ext cx="12192005" cy="584200"/>
          </a:xfrm>
          <a:prstGeom prst="rect">
            <a:avLst/>
          </a:prstGeom>
          <a:solidFill>
            <a:srgbClr val="FFCD05"/>
          </a:solidFill>
          <a:ln w="12700">
            <a:miter lim="400000"/>
          </a:ln>
        </p:spPr>
        <p:txBody>
          <a:bodyPr lIns="45719" tIns="45719" rIns="45719" bIns="45719" anchor="ctr"/>
          <a:lstStyle/>
          <a:p>
            <a:pPr algn="ctr" defTabSz="914354">
              <a:defRPr sz="1200">
                <a:solidFill>
                  <a:srgbClr val="FFCD0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1200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F1FE5F78-6385-5C49-88B6-09EE46A8BA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20398" y="6484496"/>
            <a:ext cx="5503353" cy="1706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90000"/>
              </a:lnSpc>
              <a:defRPr sz="1200" b="1" i="0">
                <a:latin typeface="MTN Brighter Sans Bold" pitchFamily="2" charset="77"/>
              </a:defRPr>
            </a:lvl1pPr>
          </a:lstStyle>
          <a:p>
            <a:pPr lvl="0"/>
            <a:r>
              <a:rPr lang="en-GB"/>
              <a:t>Click to add presentation title</a:t>
            </a:r>
          </a:p>
        </p:txBody>
      </p:sp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5AFFA046-C8FB-1244-8C6F-B2B7EA438A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7" y="0"/>
            <a:ext cx="11017251" cy="62738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defRPr sz="2400" b="1" i="1">
                <a:latin typeface="MTN Brighter Sans Bold" pitchFamily="2" charset="77"/>
              </a:defRPr>
            </a:lvl1pPr>
          </a:lstStyle>
          <a:p>
            <a:pPr lvl="0"/>
            <a:r>
              <a:rPr lang="en-GB"/>
              <a:t>Click to add copy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04627" y="6484496"/>
            <a:ext cx="588055" cy="170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l">
              <a:lnSpc>
                <a:spcPct val="90000"/>
              </a:lnSpc>
              <a:defRPr sz="1200" b="1" i="0">
                <a:latin typeface="MTN Brighter Sans Bold" pitchFamily="2" charset="77"/>
                <a:ea typeface="MTN Brighter Sans Bold" pitchFamily="2" charset="77"/>
                <a:cs typeface="MTN Brighter Sans Bold" pitchFamily="2" charset="77"/>
                <a:sym typeface="MTN Brighter Sans ExtraBold"/>
              </a:defRPr>
            </a:lvl1pPr>
          </a:lstStyle>
          <a:p>
            <a:fld id="{86CB4B4D-7CA3-9044-876B-883B54F8677D}" type="slidenum">
              <a:rPr lang="en-ZA" smtClean="0"/>
              <a:pPr/>
              <a:t>‹N°›</a:t>
            </a:fld>
            <a:endParaRPr lang="en-ZA"/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5D71CE85-F6AB-864E-9E6A-D608F3697D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6273800"/>
            <a:ext cx="869880" cy="5842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defRPr sz="2500" b="1" i="1">
                <a:latin typeface="MTN Brighter Sans Bold" pitchFamily="2" charset="77"/>
              </a:defRPr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4341954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_reversed">
    <p:bg>
      <p:bgPr>
        <a:solidFill>
          <a:srgbClr val="FFCD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Une image contenant noir, dessin, capture d’écran, art&#10;&#10;Le contenu généré par l’IA peut être incorrect.">
            <a:extLst>
              <a:ext uri="{FF2B5EF4-FFF2-40B4-BE49-F238E27FC236}">
                <a16:creationId xmlns:a16="http://schemas.microsoft.com/office/drawing/2014/main" id="{913F9BA7-9C49-EF6D-B02A-A67A8AAC4C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84468DDF-0310-C543-A5DA-C8469AC3A42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3055" y="4120006"/>
            <a:ext cx="5505450" cy="3847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defRPr sz="2500" b="0" i="1">
                <a:solidFill>
                  <a:schemeClr val="bg1"/>
                </a:solidFill>
                <a:latin typeface="MTN Brighter Sans" pitchFamily="2" charset="77"/>
              </a:defRPr>
            </a:lvl1pPr>
          </a:lstStyle>
          <a:p>
            <a:pPr lvl="0"/>
            <a:r>
              <a:rPr lang="en-GB" dirty="0"/>
              <a:t>00 Month 0000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A0287EC-C168-324F-9920-E03E7EDD82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0549" y="1093100"/>
            <a:ext cx="5299263" cy="25033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defRPr sz="9500" b="1" i="0">
                <a:solidFill>
                  <a:schemeClr val="bg1"/>
                </a:solidFill>
                <a:latin typeface="MTN Brighter Sans ExtraBold" pitchFamily="2" charset="77"/>
              </a:defRPr>
            </a:lvl1pPr>
          </a:lstStyle>
          <a:p>
            <a:pPr lvl="0"/>
            <a:r>
              <a:rPr lang="en-GB" dirty="0"/>
              <a:t>Click to edit title</a:t>
            </a:r>
          </a:p>
        </p:txBody>
      </p:sp>
      <p:pic>
        <p:nvPicPr>
          <p:cNvPr id="5" name="Image 4" descr="Une image contenant Graphique, Police, logo, graphisme&#10;&#10;Le contenu généré par l’IA peut être incorrect.">
            <a:extLst>
              <a:ext uri="{FF2B5EF4-FFF2-40B4-BE49-F238E27FC236}">
                <a16:creationId xmlns:a16="http://schemas.microsoft.com/office/drawing/2014/main" id="{12A305C8-C72C-F2D6-3D27-7084DF147A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055" y="5547906"/>
            <a:ext cx="2613490" cy="986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95346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30896" y="202816"/>
            <a:ext cx="747456" cy="271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09305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0D60F80-D2A9-DFE3-3530-8966930FB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AF0A22D-9A62-57B5-60D2-904EE3521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F4E955D-D124-DBC4-5E53-ABDC07C81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44DDE6-DE31-4F7F-8FB9-19426A93B23A}" type="datetimeFigureOut">
              <a:rPr lang="fr-FR" smtClean="0"/>
              <a:t>21/06/2026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6779EE-5E85-8033-175A-6F2E2016BD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C8A577-34DB-78EA-0ED0-B708577FF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CA4119-61B7-471A-A314-C7CE71B71F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6176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6.png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emf"/><Relationship Id="rId11" Type="http://schemas.openxmlformats.org/officeDocument/2006/relationships/image" Target="../media/image10.jpe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9.jpe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2" Type="http://schemas.openxmlformats.org/officeDocument/2006/relationships/tags" Target="../tags/tag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emf"/><Relationship Id="rId11" Type="http://schemas.openxmlformats.org/officeDocument/2006/relationships/image" Target="../media/image12.jpe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11.jpe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2" Type="http://schemas.openxmlformats.org/officeDocument/2006/relationships/tags" Target="../tags/tag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5.emf"/><Relationship Id="rId11" Type="http://schemas.openxmlformats.org/officeDocument/2006/relationships/image" Target="../media/image14.jpe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13.jpeg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2" Type="http://schemas.openxmlformats.org/officeDocument/2006/relationships/tags" Target="../tags/tag5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5.emf"/><Relationship Id="rId11" Type="http://schemas.openxmlformats.org/officeDocument/2006/relationships/image" Target="../media/image16.jpe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15.jpe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2" Type="http://schemas.openxmlformats.org/officeDocument/2006/relationships/tags" Target="../tags/tag6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5.emf"/><Relationship Id="rId11" Type="http://schemas.openxmlformats.org/officeDocument/2006/relationships/image" Target="../media/image18.jpe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17.jpeg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2" Type="http://schemas.openxmlformats.org/officeDocument/2006/relationships/tags" Target="../tags/tag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.emf"/><Relationship Id="rId11" Type="http://schemas.openxmlformats.org/officeDocument/2006/relationships/image" Target="../media/image20.jpe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19.jpeg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2" Type="http://schemas.openxmlformats.org/officeDocument/2006/relationships/tags" Target="../tags/tag8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.emf"/><Relationship Id="rId11" Type="http://schemas.openxmlformats.org/officeDocument/2006/relationships/image" Target="../media/image22.jpe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21.jpeg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2" Type="http://schemas.openxmlformats.org/officeDocument/2006/relationships/tags" Target="../tags/tag9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.emf"/><Relationship Id="rId11" Type="http://schemas.openxmlformats.org/officeDocument/2006/relationships/image" Target="../media/image24.jpe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23.jpeg"/><Relationship Id="rId4" Type="http://schemas.openxmlformats.org/officeDocument/2006/relationships/notesSlide" Target="../notesSlides/notesSlide9.xml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2" Type="http://schemas.openxmlformats.org/officeDocument/2006/relationships/tags" Target="../tags/tag10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.emf"/><Relationship Id="rId11" Type="http://schemas.openxmlformats.org/officeDocument/2006/relationships/image" Target="../media/image26.jpe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25.jpeg"/><Relationship Id="rId4" Type="http://schemas.openxmlformats.org/officeDocument/2006/relationships/notesSlide" Target="../notesSlides/notesSlide10.xml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2" Type="http://schemas.openxmlformats.org/officeDocument/2006/relationships/tags" Target="../tags/tag11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.emf"/><Relationship Id="rId11" Type="http://schemas.openxmlformats.org/officeDocument/2006/relationships/image" Target="../media/image28.jpe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27.jpeg"/><Relationship Id="rId4" Type="http://schemas.openxmlformats.org/officeDocument/2006/relationships/notesSlide" Target="../notesSlides/notesSlide11.xml"/><Relationship Id="rId9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2" Type="http://schemas.openxmlformats.org/officeDocument/2006/relationships/tags" Target="../tags/tag1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.emf"/><Relationship Id="rId11" Type="http://schemas.openxmlformats.org/officeDocument/2006/relationships/image" Target="../media/image30.jpe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29.jpeg"/><Relationship Id="rId4" Type="http://schemas.openxmlformats.org/officeDocument/2006/relationships/notesSlide" Target="../notesSlides/notesSlide12.xml"/><Relationship Id="rId9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2" Type="http://schemas.openxmlformats.org/officeDocument/2006/relationships/tags" Target="../tags/tag13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.emf"/><Relationship Id="rId11" Type="http://schemas.openxmlformats.org/officeDocument/2006/relationships/image" Target="../media/image32.jpe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31.jpeg"/><Relationship Id="rId4" Type="http://schemas.openxmlformats.org/officeDocument/2006/relationships/notesSlide" Target="../notesSlides/notesSlide13.xml"/><Relationship Id="rId9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2" Type="http://schemas.openxmlformats.org/officeDocument/2006/relationships/tags" Target="../tags/tag14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.emf"/><Relationship Id="rId11" Type="http://schemas.openxmlformats.org/officeDocument/2006/relationships/image" Target="../media/image34.jpe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33.jpeg"/><Relationship Id="rId4" Type="http://schemas.openxmlformats.org/officeDocument/2006/relationships/notesSlide" Target="../notesSlides/notesSlide14.xml"/><Relationship Id="rId9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2" Type="http://schemas.openxmlformats.org/officeDocument/2006/relationships/tags" Target="../tags/tag15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.emf"/><Relationship Id="rId11" Type="http://schemas.openxmlformats.org/officeDocument/2006/relationships/image" Target="../media/image36.jpe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35.jpeg"/><Relationship Id="rId4" Type="http://schemas.openxmlformats.org/officeDocument/2006/relationships/notesSlide" Target="../notesSlides/notesSlide15.xml"/><Relationship Id="rId9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2" Type="http://schemas.openxmlformats.org/officeDocument/2006/relationships/tags" Target="../tags/tag16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5.emf"/><Relationship Id="rId11" Type="http://schemas.openxmlformats.org/officeDocument/2006/relationships/image" Target="../media/image38.jpe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37.jpeg"/><Relationship Id="rId4" Type="http://schemas.openxmlformats.org/officeDocument/2006/relationships/notesSlide" Target="../notesSlides/notesSlide16.xml"/><Relationship Id="rId9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2" Type="http://schemas.openxmlformats.org/officeDocument/2006/relationships/tags" Target="../tags/tag1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5.emf"/><Relationship Id="rId11" Type="http://schemas.openxmlformats.org/officeDocument/2006/relationships/image" Target="../media/image40.jpe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39.jpeg"/><Relationship Id="rId4" Type="http://schemas.openxmlformats.org/officeDocument/2006/relationships/notesSlide" Target="../notesSlides/notesSlide17.xml"/><Relationship Id="rId9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2" Type="http://schemas.openxmlformats.org/officeDocument/2006/relationships/tags" Target="../tags/tag18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5.emf"/><Relationship Id="rId11" Type="http://schemas.openxmlformats.org/officeDocument/2006/relationships/image" Target="../media/image42.jpe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41.jpeg"/><Relationship Id="rId4" Type="http://schemas.openxmlformats.org/officeDocument/2006/relationships/notesSlide" Target="../notesSlides/notesSlide18.xml"/><Relationship Id="rId9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2" Type="http://schemas.openxmlformats.org/officeDocument/2006/relationships/tags" Target="../tags/tag19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5.emf"/><Relationship Id="rId11" Type="http://schemas.openxmlformats.org/officeDocument/2006/relationships/image" Target="../media/image44.jpe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43.jpeg"/><Relationship Id="rId4" Type="http://schemas.openxmlformats.org/officeDocument/2006/relationships/notesSlide" Target="../notesSlides/notesSlide19.xml"/><Relationship Id="rId9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12" Type="http://schemas.openxmlformats.org/officeDocument/2006/relationships/image" Target="../media/image47.jpeg"/><Relationship Id="rId2" Type="http://schemas.openxmlformats.org/officeDocument/2006/relationships/tags" Target="../tags/tag20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5.emf"/><Relationship Id="rId11" Type="http://schemas.openxmlformats.org/officeDocument/2006/relationships/image" Target="../media/image46.jpe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45.jpeg"/><Relationship Id="rId4" Type="http://schemas.openxmlformats.org/officeDocument/2006/relationships/notesSlide" Target="../notesSlides/notesSlide20.xml"/><Relationship Id="rId9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2" Type="http://schemas.openxmlformats.org/officeDocument/2006/relationships/tags" Target="../tags/tag21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5.emf"/><Relationship Id="rId11" Type="http://schemas.openxmlformats.org/officeDocument/2006/relationships/image" Target="../media/image45.jpe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48.jpeg"/><Relationship Id="rId4" Type="http://schemas.openxmlformats.org/officeDocument/2006/relationships/notesSlide" Target="../notesSlides/notesSlide21.xml"/><Relationship Id="rId9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2" Type="http://schemas.openxmlformats.org/officeDocument/2006/relationships/tags" Target="../tags/tag2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5.emf"/><Relationship Id="rId11" Type="http://schemas.openxmlformats.org/officeDocument/2006/relationships/image" Target="../media/image50.jpe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49.jpeg"/><Relationship Id="rId4" Type="http://schemas.openxmlformats.org/officeDocument/2006/relationships/notesSlide" Target="../notesSlides/notesSlide22.xml"/><Relationship Id="rId9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2" Type="http://schemas.openxmlformats.org/officeDocument/2006/relationships/tags" Target="../tags/tag23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5.emf"/><Relationship Id="rId11" Type="http://schemas.openxmlformats.org/officeDocument/2006/relationships/image" Target="../media/image52.jpe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51.jpeg"/><Relationship Id="rId4" Type="http://schemas.openxmlformats.org/officeDocument/2006/relationships/notesSlide" Target="../notesSlides/notesSlide23.xml"/><Relationship Id="rId9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2" Type="http://schemas.openxmlformats.org/officeDocument/2006/relationships/tags" Target="../tags/tag24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5.emf"/><Relationship Id="rId11" Type="http://schemas.openxmlformats.org/officeDocument/2006/relationships/image" Target="../media/image54.jpe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53.jpeg"/><Relationship Id="rId4" Type="http://schemas.openxmlformats.org/officeDocument/2006/relationships/notesSlide" Target="../notesSlides/notesSlide24.xml"/><Relationship Id="rId9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2" Type="http://schemas.openxmlformats.org/officeDocument/2006/relationships/tags" Target="../tags/tag25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5.emf"/><Relationship Id="rId11" Type="http://schemas.openxmlformats.org/officeDocument/2006/relationships/image" Target="../media/image56.jpe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55.jpeg"/><Relationship Id="rId4" Type="http://schemas.openxmlformats.org/officeDocument/2006/relationships/notesSlide" Target="../notesSlides/notesSlide25.xml"/><Relationship Id="rId9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2" Type="http://schemas.openxmlformats.org/officeDocument/2006/relationships/tags" Target="../tags/tag26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5.emf"/><Relationship Id="rId11" Type="http://schemas.openxmlformats.org/officeDocument/2006/relationships/image" Target="../media/image58.jpe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57.jpeg"/><Relationship Id="rId4" Type="http://schemas.openxmlformats.org/officeDocument/2006/relationships/notesSlide" Target="../notesSlides/notesSlide26.xml"/><Relationship Id="rId9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2" Type="http://schemas.openxmlformats.org/officeDocument/2006/relationships/tags" Target="../tags/tag2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5.emf"/><Relationship Id="rId11" Type="http://schemas.openxmlformats.org/officeDocument/2006/relationships/image" Target="../media/image60.jpe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59.jpeg"/><Relationship Id="rId4" Type="http://schemas.openxmlformats.org/officeDocument/2006/relationships/notesSlide" Target="../notesSlides/notesSlide27.xml"/><Relationship Id="rId9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2" Type="http://schemas.openxmlformats.org/officeDocument/2006/relationships/tags" Target="../tags/tag28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5.emf"/><Relationship Id="rId11" Type="http://schemas.openxmlformats.org/officeDocument/2006/relationships/image" Target="../media/image62.jpe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61.jpeg"/><Relationship Id="rId4" Type="http://schemas.openxmlformats.org/officeDocument/2006/relationships/notesSlide" Target="../notesSlides/notesSlide28.xml"/><Relationship Id="rId9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2" Type="http://schemas.openxmlformats.org/officeDocument/2006/relationships/tags" Target="../tags/tag29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5.emf"/><Relationship Id="rId11" Type="http://schemas.openxmlformats.org/officeDocument/2006/relationships/image" Target="../media/image64.jpe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63.jpeg"/><Relationship Id="rId4" Type="http://schemas.openxmlformats.org/officeDocument/2006/relationships/notesSlide" Target="../notesSlides/notesSlide29.xml"/><Relationship Id="rId9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2" Type="http://schemas.openxmlformats.org/officeDocument/2006/relationships/tags" Target="../tags/tag30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5.emf"/><Relationship Id="rId11" Type="http://schemas.openxmlformats.org/officeDocument/2006/relationships/image" Target="../media/image66.jpe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65.jpeg"/><Relationship Id="rId4" Type="http://schemas.openxmlformats.org/officeDocument/2006/relationships/notesSlide" Target="../notesSlides/notesSlide30.xml"/><Relationship Id="rId9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2" Type="http://schemas.openxmlformats.org/officeDocument/2006/relationships/tags" Target="../tags/tag31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5.emf"/><Relationship Id="rId11" Type="http://schemas.openxmlformats.org/officeDocument/2006/relationships/image" Target="../media/image68.jpe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67.jpeg"/><Relationship Id="rId4" Type="http://schemas.openxmlformats.org/officeDocument/2006/relationships/notesSlide" Target="../notesSlides/notesSlide31.xml"/><Relationship Id="rId9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2" Type="http://schemas.openxmlformats.org/officeDocument/2006/relationships/tags" Target="../tags/tag32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5.emf"/><Relationship Id="rId11" Type="http://schemas.openxmlformats.org/officeDocument/2006/relationships/image" Target="../media/image70.jpe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69.jpeg"/><Relationship Id="rId4" Type="http://schemas.openxmlformats.org/officeDocument/2006/relationships/notesSlide" Target="../notesSlides/notesSlide32.xml"/><Relationship Id="rId9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2" Type="http://schemas.openxmlformats.org/officeDocument/2006/relationships/tags" Target="../tags/tag33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5.emf"/><Relationship Id="rId11" Type="http://schemas.openxmlformats.org/officeDocument/2006/relationships/image" Target="../media/image72.jpe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71.jpeg"/><Relationship Id="rId4" Type="http://schemas.openxmlformats.org/officeDocument/2006/relationships/notesSlide" Target="../notesSlides/notesSlide33.xml"/><Relationship Id="rId9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7FDEB2-CB60-7541-ABBF-264E232423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3215" y="4348606"/>
            <a:ext cx="5505450" cy="384721"/>
          </a:xfrm>
        </p:spPr>
        <p:txBody>
          <a:bodyPr/>
          <a:lstStyle/>
          <a:p>
            <a:pPr>
              <a:buNone/>
            </a:pPr>
            <a:r>
              <a:rPr lang="en-GB" dirty="0" smtClean="0"/>
              <a:t>21</a:t>
            </a:r>
            <a:r>
              <a:rPr lang="en-GB" dirty="0" smtClean="0"/>
              <a:t>/06/2026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595C2E5-54EC-1744-8468-49045B159A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3055" y="3006955"/>
            <a:ext cx="9401177" cy="366062"/>
          </a:xfrm>
        </p:spPr>
        <p:txBody>
          <a:bodyPr/>
          <a:lstStyle/>
          <a:p>
            <a:pPr>
              <a:buNone/>
            </a:pPr>
            <a:r>
              <a:rPr lang="en-GB" sz="2800" dirty="0">
                <a:solidFill>
                  <a:schemeClr val="accent1"/>
                </a:solidFill>
              </a:rPr>
              <a:t>MTN Côte d’Ivoire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C56870D-171D-035D-9CFC-6644CF6D00B0}"/>
              </a:ext>
            </a:extLst>
          </p:cNvPr>
          <p:cNvSpPr txBox="1">
            <a:spLocks/>
          </p:cNvSpPr>
          <p:nvPr/>
        </p:nvSpPr>
        <p:spPr>
          <a:xfrm>
            <a:off x="573055" y="183261"/>
            <a:ext cx="10519411" cy="2335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9500" b="1" i="0" kern="1200">
                <a:solidFill>
                  <a:schemeClr val="bg1"/>
                </a:solidFill>
                <a:latin typeface="MTN Brighter Sans ExtraBold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GB" sz="9600" dirty="0"/>
              <a:t>RAPPORT PHOTO</a:t>
            </a:r>
          </a:p>
          <a:p>
            <a:endParaRPr lang="en-GB" sz="8000" dirty="0"/>
          </a:p>
          <a:p>
            <a:endParaRPr lang="en-GB" sz="9600" dirty="0"/>
          </a:p>
        </p:txBody>
      </p:sp>
    </p:spTree>
    <p:extLst>
      <p:ext uri="{BB962C8B-B14F-4D97-AF65-F5344CB8AC3E}">
        <p14:creationId xmlns:p14="http://schemas.microsoft.com/office/powerpoint/2010/main" val="1942064674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24635-BECD-636A-C7D5-5BCF6E356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8C5A95EA-1E35-E206-9672-3F06037259E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think-cell Slide" r:id="rId5" imgW="405" imgH="405" progId="TCLayout.ActiveDocument.1">
                  <p:embed/>
                </p:oleObj>
              </mc:Choice>
              <mc:Fallback>
                <p:oleObj name="think-cell Slide" r:id="rId5" imgW="405" imgH="405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C5A95EA-1E35-E206-9672-3F06037259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07C3BDBE-4609-FEB9-9161-7D0CD2ABC6F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050" t="45686" r="15645" b="13676"/>
          <a:stretch/>
        </p:blipFill>
        <p:spPr>
          <a:xfrm>
            <a:off x="10891304" y="6311458"/>
            <a:ext cx="1300696" cy="52806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46A7FDCB-D6B5-3D7A-6AFF-4B8F3F666CB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43" t="16083" r="9298" b="37843"/>
          <a:stretch/>
        </p:blipFill>
        <p:spPr>
          <a:xfrm>
            <a:off x="10532268" y="90085"/>
            <a:ext cx="1526381" cy="39818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12445148-2285-77B2-8A9B-BAFBF9BF68C8}"/>
              </a:ext>
            </a:extLst>
          </p:cNvPr>
          <p:cNvCxnSpPr>
            <a:cxnSpLocks/>
          </p:cNvCxnSpPr>
          <p:nvPr/>
        </p:nvCxnSpPr>
        <p:spPr>
          <a:xfrm flipV="1">
            <a:off x="87088" y="514286"/>
            <a:ext cx="10540580" cy="31293"/>
          </a:xfrm>
          <a:prstGeom prst="line">
            <a:avLst/>
          </a:prstGeom>
          <a:noFill/>
          <a:ln w="57150" cap="flat">
            <a:solidFill>
              <a:srgbClr val="FFCB05"/>
            </a:solidFill>
            <a:prstDash val="solid"/>
            <a:round/>
          </a:ln>
          <a:effectLst/>
          <a:sp3d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6FC6B2E9-EF15-7577-C7F0-7DD34742729D}"/>
              </a:ext>
            </a:extLst>
          </p:cNvPr>
          <p:cNvSpPr txBox="1">
            <a:spLocks/>
          </p:cNvSpPr>
          <p:nvPr/>
        </p:nvSpPr>
        <p:spPr>
          <a:xfrm>
            <a:off x="599249" y="-12040"/>
            <a:ext cx="9933019" cy="5215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1" dirty="0"/>
              <a:t>RAPPORT PHOTO </a:t>
            </a:r>
            <a:r>
              <a:rPr lang="fr-FR" sz="3200" b="1" dirty="0" smtClean="0"/>
              <a:t>X01-H04</a:t>
            </a:r>
            <a:endParaRPr lang="fr-FR" sz="3200" b="1" dirty="0"/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0D25AD01-FF15-B145-D923-DDDE54B68B65}"/>
              </a:ext>
            </a:extLst>
          </p:cNvPr>
          <p:cNvSpPr txBox="1"/>
          <p:nvPr/>
        </p:nvSpPr>
        <p:spPr>
          <a:xfrm>
            <a:off x="147405" y="2056028"/>
            <a:ext cx="5249054" cy="369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fr-FR"/>
            </a:defPPr>
            <a:lvl1pPr>
              <a:defRPr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Chef Projet  : SIBIRI KAMBIRE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41ACFED-5174-88D5-E7F1-59F2F9BC12EE}"/>
              </a:ext>
            </a:extLst>
          </p:cNvPr>
          <p:cNvSpPr/>
          <p:nvPr/>
        </p:nvSpPr>
        <p:spPr>
          <a:xfrm>
            <a:off x="-1" y="5667023"/>
            <a:ext cx="4017363" cy="47046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b="1" dirty="0"/>
              <a:t>Date Début travaux :   </a:t>
            </a:r>
            <a:r>
              <a:rPr lang="fr-FR" b="1" dirty="0" smtClean="0"/>
              <a:t>   21-06-2026 </a:t>
            </a:r>
            <a:endParaRPr lang="fr-FR" b="1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1EA31F2-DCB5-9F7B-6885-93FDE8E656FD}"/>
              </a:ext>
            </a:extLst>
          </p:cNvPr>
          <p:cNvSpPr/>
          <p:nvPr/>
        </p:nvSpPr>
        <p:spPr>
          <a:xfrm>
            <a:off x="1006282" y="3088436"/>
            <a:ext cx="10162190" cy="17112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u="sng" dirty="0">
                <a:solidFill>
                  <a:schemeClr val="tx1"/>
                </a:solidFill>
              </a:rPr>
              <a:t>EQUIPEMENTS: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/>
              <a:t> </a:t>
            </a:r>
          </a:p>
          <a:p>
            <a:r>
              <a:rPr lang="fr-FR" b="1" dirty="0"/>
              <a:t>SUB-BOX: 12</a:t>
            </a:r>
          </a:p>
          <a:p>
            <a:r>
              <a:rPr lang="fr-FR" b="1" dirty="0"/>
              <a:t>END-BOX: 03</a:t>
            </a:r>
          </a:p>
          <a:p>
            <a:r>
              <a:rPr lang="fr-FR" b="1" dirty="0"/>
              <a:t> 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5B7E619-38C4-C1A5-3CB2-5A961978EAAA}"/>
              </a:ext>
            </a:extLst>
          </p:cNvPr>
          <p:cNvSpPr/>
          <p:nvPr/>
        </p:nvSpPr>
        <p:spPr>
          <a:xfrm>
            <a:off x="0" y="6173522"/>
            <a:ext cx="4017363" cy="43092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b="1" dirty="0"/>
              <a:t>Date Fin travaux   </a:t>
            </a:r>
            <a:r>
              <a:rPr lang="fr-FR" b="1"/>
              <a:t>:       </a:t>
            </a:r>
            <a:r>
              <a:rPr lang="fr-FR" b="1" smtClean="0"/>
              <a:t>21</a:t>
            </a:r>
            <a:r>
              <a:rPr lang="fr-FR" b="1" smtClean="0"/>
              <a:t>-06-2026</a:t>
            </a:r>
            <a:endParaRPr lang="fr-FR" b="1" dirty="0"/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F15099C9-D40A-92D2-9957-F3BFE114E9F6}"/>
              </a:ext>
            </a:extLst>
          </p:cNvPr>
          <p:cNvSpPr txBox="1"/>
          <p:nvPr/>
        </p:nvSpPr>
        <p:spPr>
          <a:xfrm>
            <a:off x="7130230" y="914327"/>
            <a:ext cx="4839700" cy="369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fr-FR"/>
            </a:defPPr>
            <a:lvl1pPr>
              <a:defRPr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Plaque  : BONDOUKOU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AE779303-AAF4-F997-1298-9C48B0118F19}"/>
              </a:ext>
            </a:extLst>
          </p:cNvPr>
          <p:cNvSpPr txBox="1"/>
          <p:nvPr/>
        </p:nvSpPr>
        <p:spPr>
          <a:xfrm>
            <a:off x="7130230" y="1238092"/>
            <a:ext cx="4848410" cy="33855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Transport : T01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8EA7E61A-0F03-4AD0-B66A-DB824FBF9EDA}"/>
              </a:ext>
            </a:extLst>
          </p:cNvPr>
          <p:cNvSpPr txBox="1"/>
          <p:nvPr/>
        </p:nvSpPr>
        <p:spPr>
          <a:xfrm>
            <a:off x="7130230" y="1585605"/>
            <a:ext cx="4848410" cy="369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fr-FR"/>
            </a:defPPr>
            <a:lvl1pPr>
              <a:defRPr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CLUSTER : </a:t>
            </a:r>
            <a:r>
              <a:rPr lang="fr-FR" dirty="0" smtClean="0"/>
              <a:t>X01-H04</a:t>
            </a:r>
            <a:endParaRPr lang="fr-FR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0EA3F07-4301-808B-6C2C-DD6022244384}"/>
              </a:ext>
            </a:extLst>
          </p:cNvPr>
          <p:cNvSpPr/>
          <p:nvPr/>
        </p:nvSpPr>
        <p:spPr>
          <a:xfrm>
            <a:off x="147405" y="1233705"/>
            <a:ext cx="5249054" cy="31203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Superviseur Chantier :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DIERMA KALIPHA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FA38992-8724-2BF3-F4B5-2FC6D58BFA09}"/>
              </a:ext>
            </a:extLst>
          </p:cNvPr>
          <p:cNvSpPr/>
          <p:nvPr/>
        </p:nvSpPr>
        <p:spPr>
          <a:xfrm>
            <a:off x="156115" y="1581684"/>
            <a:ext cx="5249054" cy="47055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b="1" dirty="0"/>
              <a:t>SUPERVISEUR CC FO: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DIERMA KALIPHA</a:t>
            </a:r>
            <a:endParaRPr lang="fr-FR" b="1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2383CA0-C19B-E3A1-9F85-0689530EE601}"/>
              </a:ext>
            </a:extLst>
          </p:cNvPr>
          <p:cNvSpPr/>
          <p:nvPr/>
        </p:nvSpPr>
        <p:spPr>
          <a:xfrm>
            <a:off x="156115" y="926058"/>
            <a:ext cx="5240344" cy="31203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EQUIPE DINTERVENTION: 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0A2E0B20-E742-4592-8160-478F3121A38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088" y="51570"/>
            <a:ext cx="920576" cy="49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255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90926-6C42-CDF6-7E2F-2022E9286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C3C2FF42-A344-159E-7888-50A756E8288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think-cell Slide" r:id="rId5" imgW="405" imgH="405" progId="TCLayout.ActiveDocument.1">
                  <p:embed/>
                </p:oleObj>
              </mc:Choice>
              <mc:Fallback>
                <p:oleObj name="think-cell Slide" r:id="rId5" imgW="405" imgH="405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3C2FF42-A344-159E-7888-50A756E828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3FC4B4A1-A3DA-D70F-ACE2-B342B4C260A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050" t="45686" r="15645" b="13676"/>
          <a:stretch/>
        </p:blipFill>
        <p:spPr>
          <a:xfrm>
            <a:off x="10891304" y="6311458"/>
            <a:ext cx="1300696" cy="52806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81A7A013-6F5C-B18F-F8F7-A66E7D70683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43" t="16083" r="9298" b="37843"/>
          <a:stretch/>
        </p:blipFill>
        <p:spPr>
          <a:xfrm>
            <a:off x="10532268" y="90085"/>
            <a:ext cx="1526381" cy="39818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CDCA5EF3-580A-5659-DB55-E5764E4D730D}"/>
              </a:ext>
            </a:extLst>
          </p:cNvPr>
          <p:cNvCxnSpPr>
            <a:cxnSpLocks/>
          </p:cNvCxnSpPr>
          <p:nvPr/>
        </p:nvCxnSpPr>
        <p:spPr>
          <a:xfrm flipV="1">
            <a:off x="87088" y="514286"/>
            <a:ext cx="10540580" cy="31293"/>
          </a:xfrm>
          <a:prstGeom prst="line">
            <a:avLst/>
          </a:prstGeom>
          <a:noFill/>
          <a:ln w="57150" cap="flat">
            <a:solidFill>
              <a:srgbClr val="FFCB05"/>
            </a:solidFill>
            <a:prstDash val="solid"/>
            <a:round/>
          </a:ln>
          <a:effectLst/>
          <a:sp3d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6BC1110E-B0F0-FF0D-F567-29796BBE3D34}"/>
              </a:ext>
            </a:extLst>
          </p:cNvPr>
          <p:cNvSpPr txBox="1">
            <a:spLocks/>
          </p:cNvSpPr>
          <p:nvPr/>
        </p:nvSpPr>
        <p:spPr>
          <a:xfrm>
            <a:off x="599249" y="53364"/>
            <a:ext cx="9933019" cy="5215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1" dirty="0"/>
              <a:t>RAPPORT PHOTO </a:t>
            </a:r>
            <a:r>
              <a:rPr lang="fr-FR" sz="3200" b="1" dirty="0" smtClean="0"/>
              <a:t>X01-H04</a:t>
            </a:r>
            <a:endParaRPr lang="fr-FR" sz="3200" b="1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078150D2-376C-053A-B62D-C3007F11F05E}"/>
              </a:ext>
            </a:extLst>
          </p:cNvPr>
          <p:cNvSpPr txBox="1"/>
          <p:nvPr/>
        </p:nvSpPr>
        <p:spPr>
          <a:xfrm>
            <a:off x="183209" y="648026"/>
            <a:ext cx="1070809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X01-H04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C22D65-4C65-BCB1-60DC-A15CC4B5DD0E}"/>
              </a:ext>
            </a:extLst>
          </p:cNvPr>
          <p:cNvSpPr/>
          <p:nvPr/>
        </p:nvSpPr>
        <p:spPr>
          <a:xfrm>
            <a:off x="1059537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DU UBBOX AVEC LA NOMMENCLATIRE BIEN VISIBLE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4CF4C57-9FE6-4A0D-0DBA-12D346749BBC}"/>
              </a:ext>
            </a:extLst>
          </p:cNvPr>
          <p:cNvSpPr/>
          <p:nvPr/>
        </p:nvSpPr>
        <p:spPr>
          <a:xfrm>
            <a:off x="7732068" y="1892403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L’ETIQUETTE AU HUBBOX</a:t>
            </a:r>
          </a:p>
          <a:p>
            <a:pPr algn="ctr"/>
            <a:endParaRPr lang="fr-FR" dirty="0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46C17458-911C-8726-E4BB-4CDCA1973E35}"/>
              </a:ext>
            </a:extLst>
          </p:cNvPr>
          <p:cNvSpPr txBox="1"/>
          <p:nvPr/>
        </p:nvSpPr>
        <p:spPr>
          <a:xfrm>
            <a:off x="353540" y="1337635"/>
            <a:ext cx="420108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DU HUBBOX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E7DA8E3A-7AD4-50FD-7397-16F6285010BE}"/>
              </a:ext>
            </a:extLst>
          </p:cNvPr>
          <p:cNvSpPr txBox="1"/>
          <p:nvPr/>
        </p:nvSpPr>
        <p:spPr>
          <a:xfrm>
            <a:off x="6923902" y="1332538"/>
            <a:ext cx="437155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L’ETIQUETTE AU HUBBOX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C4044231-50BF-4A0F-AC4B-0E8C6B3408A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6314" y="36113"/>
            <a:ext cx="920576" cy="493819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536" y="1807687"/>
            <a:ext cx="2895601" cy="4072333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4027" y="1892403"/>
            <a:ext cx="2943641" cy="407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82534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4F099-DA23-5207-A172-2739BE061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DFF1D44C-3858-033A-E7F9-088D583ABE3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think-cell Slide" r:id="rId5" imgW="405" imgH="405" progId="TCLayout.ActiveDocument.1">
                  <p:embed/>
                </p:oleObj>
              </mc:Choice>
              <mc:Fallback>
                <p:oleObj name="think-cell Slide" r:id="rId5" imgW="405" imgH="405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FF1D44C-3858-033A-E7F9-088D583ABE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F631C859-B347-0BEF-E6D0-67D70404457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050" t="45686" r="15645" b="13676"/>
          <a:stretch/>
        </p:blipFill>
        <p:spPr>
          <a:xfrm>
            <a:off x="10891304" y="6311458"/>
            <a:ext cx="1300696" cy="52806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950B8377-B5B8-E817-8AE8-D8196557FDF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43" t="16083" r="9298" b="37843"/>
          <a:stretch/>
        </p:blipFill>
        <p:spPr>
          <a:xfrm>
            <a:off x="10532268" y="90085"/>
            <a:ext cx="1526381" cy="39818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245EF66-C112-2ADC-C348-82756D88B02E}"/>
              </a:ext>
            </a:extLst>
          </p:cNvPr>
          <p:cNvCxnSpPr>
            <a:cxnSpLocks/>
          </p:cNvCxnSpPr>
          <p:nvPr/>
        </p:nvCxnSpPr>
        <p:spPr>
          <a:xfrm flipV="1">
            <a:off x="87088" y="514286"/>
            <a:ext cx="10540580" cy="31293"/>
          </a:xfrm>
          <a:prstGeom prst="line">
            <a:avLst/>
          </a:prstGeom>
          <a:noFill/>
          <a:ln w="57150" cap="flat">
            <a:solidFill>
              <a:srgbClr val="FFCB05"/>
            </a:solidFill>
            <a:prstDash val="solid"/>
            <a:round/>
          </a:ln>
          <a:effectLst/>
          <a:sp3d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3472D3C9-1D9B-8412-77F4-84F542C82C50}"/>
              </a:ext>
            </a:extLst>
          </p:cNvPr>
          <p:cNvSpPr txBox="1">
            <a:spLocks/>
          </p:cNvSpPr>
          <p:nvPr/>
        </p:nvSpPr>
        <p:spPr>
          <a:xfrm>
            <a:off x="599249" y="-12040"/>
            <a:ext cx="9933019" cy="5215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1" dirty="0"/>
              <a:t>RAPPORT PHOTO </a:t>
            </a:r>
            <a:r>
              <a:rPr lang="fr-FR" sz="3200" b="1" dirty="0" smtClean="0"/>
              <a:t>X01-H04</a:t>
            </a:r>
            <a:endParaRPr lang="fr-FR" sz="3200" b="1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FB2897ED-4CB1-26D2-D85C-C78A0150E5D5}"/>
              </a:ext>
            </a:extLst>
          </p:cNvPr>
          <p:cNvSpPr txBox="1"/>
          <p:nvPr/>
        </p:nvSpPr>
        <p:spPr>
          <a:xfrm>
            <a:off x="183209" y="648026"/>
            <a:ext cx="1070809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X01-H04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041F63-629A-2ACD-88E0-41860298734B}"/>
              </a:ext>
            </a:extLst>
          </p:cNvPr>
          <p:cNvSpPr/>
          <p:nvPr/>
        </p:nvSpPr>
        <p:spPr>
          <a:xfrm>
            <a:off x="1006282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PUISSANCE BIEN VISIBLE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20B734-63A8-7350-9226-49742F896920}"/>
              </a:ext>
            </a:extLst>
          </p:cNvPr>
          <p:cNvSpPr/>
          <p:nvPr/>
        </p:nvSpPr>
        <p:spPr>
          <a:xfrm>
            <a:off x="7732068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PUISSANCE BIEN VISIBLE 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76087C1-7C6D-DDD7-A757-968D341353F2}"/>
              </a:ext>
            </a:extLst>
          </p:cNvPr>
          <p:cNvSpPr txBox="1"/>
          <p:nvPr/>
        </p:nvSpPr>
        <p:spPr>
          <a:xfrm>
            <a:off x="353540" y="1337635"/>
            <a:ext cx="420108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PUISSANCE EN 1490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8D4CBE13-DB67-7FE6-2DA8-3F78EEEFA18F}"/>
              </a:ext>
            </a:extLst>
          </p:cNvPr>
          <p:cNvSpPr txBox="1"/>
          <p:nvPr/>
        </p:nvSpPr>
        <p:spPr>
          <a:xfrm>
            <a:off x="6923902" y="1332538"/>
            <a:ext cx="437155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PUISSAE EN 1550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4701342-30F7-4D73-AE95-483D752388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088" y="36113"/>
            <a:ext cx="920576" cy="493819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67" y="1807688"/>
            <a:ext cx="2895601" cy="4072331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285" y="1807688"/>
            <a:ext cx="2976597" cy="407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63469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E9524-4DB8-6018-F3F2-0ABDE64FF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C015B501-2377-1FF5-3D4F-053AAF8B1C8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think-cell Slide" r:id="rId5" imgW="405" imgH="405" progId="TCLayout.ActiveDocument.1">
                  <p:embed/>
                </p:oleObj>
              </mc:Choice>
              <mc:Fallback>
                <p:oleObj name="think-cell Slide" r:id="rId5" imgW="405" imgH="405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015B501-2377-1FF5-3D4F-053AAF8B1C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143EF006-2E71-B4C6-D4C6-44D8763A9A0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050" t="45686" r="15645" b="13676"/>
          <a:stretch/>
        </p:blipFill>
        <p:spPr>
          <a:xfrm>
            <a:off x="10891304" y="6311458"/>
            <a:ext cx="1300696" cy="52806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B699DF4B-F788-2D19-84FA-BBC2B98F5B8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43" t="16083" r="9298" b="37843"/>
          <a:stretch/>
        </p:blipFill>
        <p:spPr>
          <a:xfrm>
            <a:off x="10532268" y="90085"/>
            <a:ext cx="1526381" cy="39818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9B0AD215-4CC5-FDA2-8767-83571081E41E}"/>
              </a:ext>
            </a:extLst>
          </p:cNvPr>
          <p:cNvCxnSpPr>
            <a:cxnSpLocks/>
          </p:cNvCxnSpPr>
          <p:nvPr/>
        </p:nvCxnSpPr>
        <p:spPr>
          <a:xfrm flipV="1">
            <a:off x="87088" y="514286"/>
            <a:ext cx="10540580" cy="31293"/>
          </a:xfrm>
          <a:prstGeom prst="line">
            <a:avLst/>
          </a:prstGeom>
          <a:noFill/>
          <a:ln w="57150" cap="flat">
            <a:solidFill>
              <a:srgbClr val="FFCB05"/>
            </a:solidFill>
            <a:prstDash val="solid"/>
            <a:round/>
          </a:ln>
          <a:effectLst/>
          <a:sp3d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197150FC-CF3B-BE1F-C656-2038DA2E0F70}"/>
              </a:ext>
            </a:extLst>
          </p:cNvPr>
          <p:cNvSpPr txBox="1">
            <a:spLocks/>
          </p:cNvSpPr>
          <p:nvPr/>
        </p:nvSpPr>
        <p:spPr>
          <a:xfrm>
            <a:off x="599249" y="-12040"/>
            <a:ext cx="9933019" cy="5215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1" dirty="0"/>
              <a:t>RAPPORT PHOTO </a:t>
            </a:r>
            <a:r>
              <a:rPr lang="fr-FR" sz="3200" b="1" dirty="0" smtClean="0"/>
              <a:t>X01-H04</a:t>
            </a:r>
            <a:endParaRPr lang="fr-FR" sz="3200" b="1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CD3F627A-C801-A6E8-A51F-C2665E33BA12}"/>
              </a:ext>
            </a:extLst>
          </p:cNvPr>
          <p:cNvSpPr txBox="1"/>
          <p:nvPr/>
        </p:nvSpPr>
        <p:spPr>
          <a:xfrm>
            <a:off x="183209" y="648026"/>
            <a:ext cx="1070809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 BOX S01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7E489B-780D-B7CF-8F01-507E28A0EB08}"/>
              </a:ext>
            </a:extLst>
          </p:cNvPr>
          <p:cNvSpPr/>
          <p:nvPr/>
        </p:nvSpPr>
        <p:spPr>
          <a:xfrm>
            <a:off x="1006282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DU SUBBOX AVEC LA NOMMENCLATIRE BIEN VISIBLE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067A8DB-3A18-2B3F-84E0-D664744908D2}"/>
              </a:ext>
            </a:extLst>
          </p:cNvPr>
          <p:cNvSpPr/>
          <p:nvPr/>
        </p:nvSpPr>
        <p:spPr>
          <a:xfrm>
            <a:off x="7732068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L’ETIQUETTE AU SUBBOX</a:t>
            </a:r>
          </a:p>
          <a:p>
            <a:pPr algn="ctr"/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02D144C-09BF-4015-E1CF-44839191A9E1}"/>
              </a:ext>
            </a:extLst>
          </p:cNvPr>
          <p:cNvSpPr txBox="1"/>
          <p:nvPr/>
        </p:nvSpPr>
        <p:spPr>
          <a:xfrm>
            <a:off x="6923902" y="1332538"/>
            <a:ext cx="437155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L’ETIQUETTE AU SUBBOX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2B33685-1CAB-1F1E-DD8A-00D373949D96}"/>
              </a:ext>
            </a:extLst>
          </p:cNvPr>
          <p:cNvSpPr txBox="1"/>
          <p:nvPr/>
        </p:nvSpPr>
        <p:spPr>
          <a:xfrm>
            <a:off x="353540" y="1337635"/>
            <a:ext cx="420108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DU SUBBOX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8F3D9C5-B1F6-4F12-9C86-39BA7A2F2A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3209" y="116443"/>
            <a:ext cx="920576" cy="49381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82" y="1807688"/>
            <a:ext cx="2895600" cy="4072332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69" y="1807688"/>
            <a:ext cx="2895600" cy="407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46018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5AA39-6CA8-B3AA-79D3-FBC3DDCBB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A7E9D85B-AF93-2B07-A892-1DEAF710BEA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think-cell Slide" r:id="rId5" imgW="405" imgH="405" progId="TCLayout.ActiveDocument.1">
                  <p:embed/>
                </p:oleObj>
              </mc:Choice>
              <mc:Fallback>
                <p:oleObj name="think-cell Slide" r:id="rId5" imgW="405" imgH="405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E9D85B-AF93-2B07-A892-1DEAF710BE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3C2978BB-B6E1-C7D5-9FB1-FF93E28225F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050" t="45686" r="15645" b="13676"/>
          <a:stretch/>
        </p:blipFill>
        <p:spPr>
          <a:xfrm>
            <a:off x="10891304" y="6311458"/>
            <a:ext cx="1300696" cy="52806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14019142-8B66-C3A1-084C-807DB23E93F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43" t="16083" r="9298" b="37843"/>
          <a:stretch/>
        </p:blipFill>
        <p:spPr>
          <a:xfrm>
            <a:off x="10532268" y="90085"/>
            <a:ext cx="1526381" cy="39818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28D56683-8A5B-F2EC-51B3-BD1A568855A2}"/>
              </a:ext>
            </a:extLst>
          </p:cNvPr>
          <p:cNvCxnSpPr>
            <a:cxnSpLocks/>
          </p:cNvCxnSpPr>
          <p:nvPr/>
        </p:nvCxnSpPr>
        <p:spPr>
          <a:xfrm flipV="1">
            <a:off x="87088" y="514286"/>
            <a:ext cx="10540580" cy="31293"/>
          </a:xfrm>
          <a:prstGeom prst="line">
            <a:avLst/>
          </a:prstGeom>
          <a:noFill/>
          <a:ln w="57150" cap="flat">
            <a:solidFill>
              <a:srgbClr val="FFCB05"/>
            </a:solidFill>
            <a:prstDash val="solid"/>
            <a:round/>
          </a:ln>
          <a:effectLst/>
          <a:sp3d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B839B94A-FE9F-092C-19D7-330288DE1720}"/>
              </a:ext>
            </a:extLst>
          </p:cNvPr>
          <p:cNvSpPr txBox="1">
            <a:spLocks/>
          </p:cNvSpPr>
          <p:nvPr/>
        </p:nvSpPr>
        <p:spPr>
          <a:xfrm>
            <a:off x="599249" y="-12040"/>
            <a:ext cx="9933019" cy="5215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1" dirty="0"/>
              <a:t>RAPPORT PHOTO </a:t>
            </a:r>
            <a:r>
              <a:rPr lang="fr-FR" sz="3200" b="1" dirty="0" smtClean="0"/>
              <a:t>X01-H04</a:t>
            </a:r>
            <a:endParaRPr lang="fr-FR" sz="3200" b="1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7C137BDB-4C89-950F-F64F-A3B5E9210FE8}"/>
              </a:ext>
            </a:extLst>
          </p:cNvPr>
          <p:cNvSpPr txBox="1"/>
          <p:nvPr/>
        </p:nvSpPr>
        <p:spPr>
          <a:xfrm>
            <a:off x="183209" y="648026"/>
            <a:ext cx="1070809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 BOX S01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3FE6B3-17C9-A7B3-A8B3-24F37854ECBD}"/>
              </a:ext>
            </a:extLst>
          </p:cNvPr>
          <p:cNvSpPr/>
          <p:nvPr/>
        </p:nvSpPr>
        <p:spPr>
          <a:xfrm>
            <a:off x="1006282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PUISSANCE BIEN VISIBLE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F2A77AF-C868-57C1-23D7-851D391DF7BC}"/>
              </a:ext>
            </a:extLst>
          </p:cNvPr>
          <p:cNvSpPr/>
          <p:nvPr/>
        </p:nvSpPr>
        <p:spPr>
          <a:xfrm>
            <a:off x="7732068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PUISSANCE BIEN VISIBLE 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9C6290CC-5990-731F-E13A-D9E28F4B3152}"/>
              </a:ext>
            </a:extLst>
          </p:cNvPr>
          <p:cNvSpPr txBox="1"/>
          <p:nvPr/>
        </p:nvSpPr>
        <p:spPr>
          <a:xfrm>
            <a:off x="353540" y="1337635"/>
            <a:ext cx="420108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PUISSANCE EN 1490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89E117FD-4322-470F-2703-A6FD2063F4BC}"/>
              </a:ext>
            </a:extLst>
          </p:cNvPr>
          <p:cNvSpPr txBox="1"/>
          <p:nvPr/>
        </p:nvSpPr>
        <p:spPr>
          <a:xfrm>
            <a:off x="6923902" y="1332538"/>
            <a:ext cx="437155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PUISSANCE EN 1550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3E9BB9D-E39A-414E-8E4C-7172D53AE5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61" y="36113"/>
            <a:ext cx="920576" cy="493819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82" y="1807687"/>
            <a:ext cx="2895600" cy="4072333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67" y="1807687"/>
            <a:ext cx="2895601" cy="407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57335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E9524-4DB8-6018-F3F2-0ABDE64FF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C015B501-2377-1FF5-3D4F-053AAF8B1C8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think-cell Slide" r:id="rId5" imgW="405" imgH="405" progId="TCLayout.ActiveDocument.1">
                  <p:embed/>
                </p:oleObj>
              </mc:Choice>
              <mc:Fallback>
                <p:oleObj name="think-cell Slide" r:id="rId5" imgW="405" imgH="405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015B501-2377-1FF5-3D4F-053AAF8B1C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143EF006-2E71-B4C6-D4C6-44D8763A9A0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050" t="45686" r="15645" b="13676"/>
          <a:stretch/>
        </p:blipFill>
        <p:spPr>
          <a:xfrm>
            <a:off x="10891304" y="6311458"/>
            <a:ext cx="1300696" cy="52806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B699DF4B-F788-2D19-84FA-BBC2B98F5B8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43" t="16083" r="9298" b="37843"/>
          <a:stretch/>
        </p:blipFill>
        <p:spPr>
          <a:xfrm>
            <a:off x="10532268" y="90085"/>
            <a:ext cx="1526381" cy="39818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9B0AD215-4CC5-FDA2-8767-83571081E41E}"/>
              </a:ext>
            </a:extLst>
          </p:cNvPr>
          <p:cNvCxnSpPr>
            <a:cxnSpLocks/>
          </p:cNvCxnSpPr>
          <p:nvPr/>
        </p:nvCxnSpPr>
        <p:spPr>
          <a:xfrm flipV="1">
            <a:off x="87088" y="514286"/>
            <a:ext cx="10540580" cy="31293"/>
          </a:xfrm>
          <a:prstGeom prst="line">
            <a:avLst/>
          </a:prstGeom>
          <a:noFill/>
          <a:ln w="57150" cap="flat">
            <a:solidFill>
              <a:srgbClr val="FFCB05"/>
            </a:solidFill>
            <a:prstDash val="solid"/>
            <a:round/>
          </a:ln>
          <a:effectLst/>
          <a:sp3d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197150FC-CF3B-BE1F-C656-2038DA2E0F70}"/>
              </a:ext>
            </a:extLst>
          </p:cNvPr>
          <p:cNvSpPr txBox="1">
            <a:spLocks/>
          </p:cNvSpPr>
          <p:nvPr/>
        </p:nvSpPr>
        <p:spPr>
          <a:xfrm>
            <a:off x="599249" y="-12040"/>
            <a:ext cx="9933019" cy="5215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1" dirty="0"/>
              <a:t>RAPPORT PHOTO </a:t>
            </a:r>
            <a:r>
              <a:rPr lang="fr-FR" sz="3200" b="1" dirty="0" smtClean="0"/>
              <a:t>X01-H04</a:t>
            </a:r>
            <a:endParaRPr lang="fr-FR" sz="3200" b="1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CD3F627A-C801-A6E8-A51F-C2665E33BA12}"/>
              </a:ext>
            </a:extLst>
          </p:cNvPr>
          <p:cNvSpPr txBox="1"/>
          <p:nvPr/>
        </p:nvSpPr>
        <p:spPr>
          <a:xfrm>
            <a:off x="183209" y="610262"/>
            <a:ext cx="1070809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 BOX S02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7E489B-780D-B7CF-8F01-507E28A0EB08}"/>
              </a:ext>
            </a:extLst>
          </p:cNvPr>
          <p:cNvSpPr/>
          <p:nvPr/>
        </p:nvSpPr>
        <p:spPr>
          <a:xfrm>
            <a:off x="1026602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DU SUBBOX AVEC LA NOMMENCLATIRE BIEN VISIBLE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067A8DB-3A18-2B3F-84E0-D664744908D2}"/>
              </a:ext>
            </a:extLst>
          </p:cNvPr>
          <p:cNvSpPr/>
          <p:nvPr/>
        </p:nvSpPr>
        <p:spPr>
          <a:xfrm>
            <a:off x="7732068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L’ETIQUETTE AU SUBBOX</a:t>
            </a:r>
          </a:p>
          <a:p>
            <a:pPr algn="ctr"/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02D144C-09BF-4015-E1CF-44839191A9E1}"/>
              </a:ext>
            </a:extLst>
          </p:cNvPr>
          <p:cNvSpPr txBox="1"/>
          <p:nvPr/>
        </p:nvSpPr>
        <p:spPr>
          <a:xfrm>
            <a:off x="6923902" y="1332538"/>
            <a:ext cx="437155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L’ETIQUETTE AU SUBBOX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2B33685-1CAB-1F1E-DD8A-00D373949D96}"/>
              </a:ext>
            </a:extLst>
          </p:cNvPr>
          <p:cNvSpPr txBox="1"/>
          <p:nvPr/>
        </p:nvSpPr>
        <p:spPr>
          <a:xfrm>
            <a:off x="353540" y="1337635"/>
            <a:ext cx="420108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DU SUBBOX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8F3D9C5-B1F6-4F12-9C86-39BA7A2F2A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3209" y="116443"/>
            <a:ext cx="920576" cy="49381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02" y="1807687"/>
            <a:ext cx="2895600" cy="4072333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68" y="1807688"/>
            <a:ext cx="2895600" cy="407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85554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5AA39-6CA8-B3AA-79D3-FBC3DDCBB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A7E9D85B-AF93-2B07-A892-1DEAF710BEA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think-cell Slide" r:id="rId5" imgW="405" imgH="405" progId="TCLayout.ActiveDocument.1">
                  <p:embed/>
                </p:oleObj>
              </mc:Choice>
              <mc:Fallback>
                <p:oleObj name="think-cell Slide" r:id="rId5" imgW="405" imgH="405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E9D85B-AF93-2B07-A892-1DEAF710BE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3C2978BB-B6E1-C7D5-9FB1-FF93E28225F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050" t="45686" r="15645" b="13676"/>
          <a:stretch/>
        </p:blipFill>
        <p:spPr>
          <a:xfrm>
            <a:off x="10891304" y="6311458"/>
            <a:ext cx="1300696" cy="52806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14019142-8B66-C3A1-084C-807DB23E93F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43" t="16083" r="9298" b="37843"/>
          <a:stretch/>
        </p:blipFill>
        <p:spPr>
          <a:xfrm>
            <a:off x="10532268" y="90085"/>
            <a:ext cx="1526381" cy="39818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28D56683-8A5B-F2EC-51B3-BD1A568855A2}"/>
              </a:ext>
            </a:extLst>
          </p:cNvPr>
          <p:cNvCxnSpPr>
            <a:cxnSpLocks/>
          </p:cNvCxnSpPr>
          <p:nvPr/>
        </p:nvCxnSpPr>
        <p:spPr>
          <a:xfrm flipV="1">
            <a:off x="87088" y="514286"/>
            <a:ext cx="10540580" cy="31293"/>
          </a:xfrm>
          <a:prstGeom prst="line">
            <a:avLst/>
          </a:prstGeom>
          <a:noFill/>
          <a:ln w="57150" cap="flat">
            <a:solidFill>
              <a:srgbClr val="FFCB05"/>
            </a:solidFill>
            <a:prstDash val="solid"/>
            <a:round/>
          </a:ln>
          <a:effectLst/>
          <a:sp3d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B839B94A-FE9F-092C-19D7-330288DE1720}"/>
              </a:ext>
            </a:extLst>
          </p:cNvPr>
          <p:cNvSpPr txBox="1">
            <a:spLocks/>
          </p:cNvSpPr>
          <p:nvPr/>
        </p:nvSpPr>
        <p:spPr>
          <a:xfrm>
            <a:off x="599249" y="-12040"/>
            <a:ext cx="9933019" cy="5215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1" dirty="0"/>
              <a:t>RAPPORT PHOTO </a:t>
            </a:r>
            <a:r>
              <a:rPr lang="fr-FR" sz="3200" b="1" dirty="0" smtClean="0"/>
              <a:t>X01-H04</a:t>
            </a:r>
            <a:endParaRPr lang="fr-FR" sz="3200" b="1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7C137BDB-4C89-950F-F64F-A3B5E9210FE8}"/>
              </a:ext>
            </a:extLst>
          </p:cNvPr>
          <p:cNvSpPr txBox="1"/>
          <p:nvPr/>
        </p:nvSpPr>
        <p:spPr>
          <a:xfrm>
            <a:off x="183209" y="648026"/>
            <a:ext cx="1070809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 BOX S02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3FE6B3-17C9-A7B3-A8B3-24F37854ECBD}"/>
              </a:ext>
            </a:extLst>
          </p:cNvPr>
          <p:cNvSpPr/>
          <p:nvPr/>
        </p:nvSpPr>
        <p:spPr>
          <a:xfrm>
            <a:off x="706479" y="192841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PUISSANCE BIEN VISIBLE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F2A77AF-C868-57C1-23D7-851D391DF7BC}"/>
              </a:ext>
            </a:extLst>
          </p:cNvPr>
          <p:cNvSpPr/>
          <p:nvPr/>
        </p:nvSpPr>
        <p:spPr>
          <a:xfrm>
            <a:off x="7732068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PUISSANCE BIEN VISIBLE 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9C6290CC-5990-731F-E13A-D9E28F4B3152}"/>
              </a:ext>
            </a:extLst>
          </p:cNvPr>
          <p:cNvSpPr txBox="1"/>
          <p:nvPr/>
        </p:nvSpPr>
        <p:spPr>
          <a:xfrm>
            <a:off x="353540" y="1337635"/>
            <a:ext cx="420108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PUISSANCE EN 1490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89E117FD-4322-470F-2703-A6FD2063F4BC}"/>
              </a:ext>
            </a:extLst>
          </p:cNvPr>
          <p:cNvSpPr txBox="1"/>
          <p:nvPr/>
        </p:nvSpPr>
        <p:spPr>
          <a:xfrm>
            <a:off x="6923902" y="1332538"/>
            <a:ext cx="437155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PUISSANCE EN 1550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3E9BB9D-E39A-414E-8E4C-7172D53AE5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61" y="36113"/>
            <a:ext cx="920576" cy="493819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478" y="1928417"/>
            <a:ext cx="2895601" cy="4072333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68" y="1807688"/>
            <a:ext cx="2895600" cy="407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4484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E9524-4DB8-6018-F3F2-0ABDE64FF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C015B501-2377-1FF5-3D4F-053AAF8B1C8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think-cell Slide" r:id="rId5" imgW="405" imgH="405" progId="TCLayout.ActiveDocument.1">
                  <p:embed/>
                </p:oleObj>
              </mc:Choice>
              <mc:Fallback>
                <p:oleObj name="think-cell Slide" r:id="rId5" imgW="405" imgH="405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015B501-2377-1FF5-3D4F-053AAF8B1C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143EF006-2E71-B4C6-D4C6-44D8763A9A0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050" t="45686" r="15645" b="13676"/>
          <a:stretch/>
        </p:blipFill>
        <p:spPr>
          <a:xfrm>
            <a:off x="10891304" y="6311458"/>
            <a:ext cx="1300696" cy="52806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B699DF4B-F788-2D19-84FA-BBC2B98F5B8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43" t="16083" r="9298" b="37843"/>
          <a:stretch/>
        </p:blipFill>
        <p:spPr>
          <a:xfrm>
            <a:off x="10532268" y="90085"/>
            <a:ext cx="1526381" cy="39818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9B0AD215-4CC5-FDA2-8767-83571081E41E}"/>
              </a:ext>
            </a:extLst>
          </p:cNvPr>
          <p:cNvCxnSpPr>
            <a:cxnSpLocks/>
          </p:cNvCxnSpPr>
          <p:nvPr/>
        </p:nvCxnSpPr>
        <p:spPr>
          <a:xfrm flipV="1">
            <a:off x="87088" y="514286"/>
            <a:ext cx="10540580" cy="31293"/>
          </a:xfrm>
          <a:prstGeom prst="line">
            <a:avLst/>
          </a:prstGeom>
          <a:noFill/>
          <a:ln w="57150" cap="flat">
            <a:solidFill>
              <a:srgbClr val="FFCB05"/>
            </a:solidFill>
            <a:prstDash val="solid"/>
            <a:round/>
          </a:ln>
          <a:effectLst/>
          <a:sp3d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197150FC-CF3B-BE1F-C656-2038DA2E0F70}"/>
              </a:ext>
            </a:extLst>
          </p:cNvPr>
          <p:cNvSpPr txBox="1">
            <a:spLocks/>
          </p:cNvSpPr>
          <p:nvPr/>
        </p:nvSpPr>
        <p:spPr>
          <a:xfrm>
            <a:off x="599249" y="-12040"/>
            <a:ext cx="9933019" cy="5215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1" dirty="0"/>
              <a:t>RAPPORT PHOTO </a:t>
            </a:r>
            <a:r>
              <a:rPr lang="fr-FR" sz="3200" b="1" dirty="0" smtClean="0"/>
              <a:t>X01-H04</a:t>
            </a:r>
            <a:endParaRPr lang="fr-FR" sz="3200" b="1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CD3F627A-C801-A6E8-A51F-C2665E33BA12}"/>
              </a:ext>
            </a:extLst>
          </p:cNvPr>
          <p:cNvSpPr txBox="1"/>
          <p:nvPr/>
        </p:nvSpPr>
        <p:spPr>
          <a:xfrm>
            <a:off x="183209" y="610262"/>
            <a:ext cx="1070809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 BOX S03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7E489B-780D-B7CF-8F01-507E28A0EB08}"/>
              </a:ext>
            </a:extLst>
          </p:cNvPr>
          <p:cNvSpPr/>
          <p:nvPr/>
        </p:nvSpPr>
        <p:spPr>
          <a:xfrm>
            <a:off x="1006282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067A8DB-3A18-2B3F-84E0-D664744908D2}"/>
              </a:ext>
            </a:extLst>
          </p:cNvPr>
          <p:cNvSpPr/>
          <p:nvPr/>
        </p:nvSpPr>
        <p:spPr>
          <a:xfrm>
            <a:off x="7732068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  <a:p>
            <a:pPr algn="ctr"/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02D144C-09BF-4015-E1CF-44839191A9E1}"/>
              </a:ext>
            </a:extLst>
          </p:cNvPr>
          <p:cNvSpPr txBox="1"/>
          <p:nvPr/>
        </p:nvSpPr>
        <p:spPr>
          <a:xfrm>
            <a:off x="6923902" y="1332538"/>
            <a:ext cx="437155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L’ETIQUETTE AU SUBBOX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2B33685-1CAB-1F1E-DD8A-00D373949D96}"/>
              </a:ext>
            </a:extLst>
          </p:cNvPr>
          <p:cNvSpPr txBox="1"/>
          <p:nvPr/>
        </p:nvSpPr>
        <p:spPr>
          <a:xfrm>
            <a:off x="353540" y="1337635"/>
            <a:ext cx="420108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DU SUBBOX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8F3D9C5-B1F6-4F12-9C86-39BA7A2F2A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3209" y="116443"/>
            <a:ext cx="920576" cy="49381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82" y="1807688"/>
            <a:ext cx="2895600" cy="4072332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69" y="1807688"/>
            <a:ext cx="2895600" cy="407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13545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5AA39-6CA8-B3AA-79D3-FBC3DDCBB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A7E9D85B-AF93-2B07-A892-1DEAF710BEA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think-cell Slide" r:id="rId5" imgW="405" imgH="405" progId="TCLayout.ActiveDocument.1">
                  <p:embed/>
                </p:oleObj>
              </mc:Choice>
              <mc:Fallback>
                <p:oleObj name="think-cell Slide" r:id="rId5" imgW="405" imgH="405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E9D85B-AF93-2B07-A892-1DEAF710BE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3C2978BB-B6E1-C7D5-9FB1-FF93E28225F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050" t="45686" r="15645" b="13676"/>
          <a:stretch/>
        </p:blipFill>
        <p:spPr>
          <a:xfrm>
            <a:off x="10891304" y="6311458"/>
            <a:ext cx="1300696" cy="52806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14019142-8B66-C3A1-084C-807DB23E93F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43" t="16083" r="9298" b="37843"/>
          <a:stretch/>
        </p:blipFill>
        <p:spPr>
          <a:xfrm>
            <a:off x="10532268" y="90085"/>
            <a:ext cx="1526381" cy="39818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28D56683-8A5B-F2EC-51B3-BD1A568855A2}"/>
              </a:ext>
            </a:extLst>
          </p:cNvPr>
          <p:cNvCxnSpPr>
            <a:cxnSpLocks/>
          </p:cNvCxnSpPr>
          <p:nvPr/>
        </p:nvCxnSpPr>
        <p:spPr>
          <a:xfrm flipV="1">
            <a:off x="87088" y="514286"/>
            <a:ext cx="10540580" cy="31293"/>
          </a:xfrm>
          <a:prstGeom prst="line">
            <a:avLst/>
          </a:prstGeom>
          <a:noFill/>
          <a:ln w="57150" cap="flat">
            <a:solidFill>
              <a:srgbClr val="FFCB05"/>
            </a:solidFill>
            <a:prstDash val="solid"/>
            <a:round/>
          </a:ln>
          <a:effectLst/>
          <a:sp3d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B839B94A-FE9F-092C-19D7-330288DE1720}"/>
              </a:ext>
            </a:extLst>
          </p:cNvPr>
          <p:cNvSpPr txBox="1">
            <a:spLocks/>
          </p:cNvSpPr>
          <p:nvPr/>
        </p:nvSpPr>
        <p:spPr>
          <a:xfrm>
            <a:off x="599249" y="-12040"/>
            <a:ext cx="9933019" cy="5215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1" dirty="0"/>
              <a:t>RAPPORT PHOTO </a:t>
            </a:r>
            <a:r>
              <a:rPr lang="fr-FR" sz="3200" b="1" dirty="0" smtClean="0"/>
              <a:t>X01-H04</a:t>
            </a:r>
            <a:endParaRPr lang="fr-FR" sz="3200" b="1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7C137BDB-4C89-950F-F64F-A3B5E9210FE8}"/>
              </a:ext>
            </a:extLst>
          </p:cNvPr>
          <p:cNvSpPr txBox="1"/>
          <p:nvPr/>
        </p:nvSpPr>
        <p:spPr>
          <a:xfrm>
            <a:off x="183209" y="648026"/>
            <a:ext cx="1070809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 BOX S03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3FE6B3-17C9-A7B3-A8B3-24F37854ECBD}"/>
              </a:ext>
            </a:extLst>
          </p:cNvPr>
          <p:cNvSpPr/>
          <p:nvPr/>
        </p:nvSpPr>
        <p:spPr>
          <a:xfrm>
            <a:off x="1006282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PUISSANCE BIEN VISIBLE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F2A77AF-C868-57C1-23D7-851D391DF7BC}"/>
              </a:ext>
            </a:extLst>
          </p:cNvPr>
          <p:cNvSpPr/>
          <p:nvPr/>
        </p:nvSpPr>
        <p:spPr>
          <a:xfrm>
            <a:off x="7732068" y="1871621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PUISSANCE BIEN VISIBLE 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9C6290CC-5990-731F-E13A-D9E28F4B3152}"/>
              </a:ext>
            </a:extLst>
          </p:cNvPr>
          <p:cNvSpPr txBox="1"/>
          <p:nvPr/>
        </p:nvSpPr>
        <p:spPr>
          <a:xfrm>
            <a:off x="353540" y="1337635"/>
            <a:ext cx="420108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PUISSANCE EN 1490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89E117FD-4322-470F-2703-A6FD2063F4BC}"/>
              </a:ext>
            </a:extLst>
          </p:cNvPr>
          <p:cNvSpPr txBox="1"/>
          <p:nvPr/>
        </p:nvSpPr>
        <p:spPr>
          <a:xfrm>
            <a:off x="6923902" y="1332538"/>
            <a:ext cx="437155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PUISSANCE EN 1550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3E9BB9D-E39A-414E-8E4C-7172D53AE5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61" y="36113"/>
            <a:ext cx="920576" cy="493819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91" y="1807688"/>
            <a:ext cx="2882692" cy="4072332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68" y="1871621"/>
            <a:ext cx="2895600" cy="407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0928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4000E-BE98-F0DF-2AD5-3C38CB905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6AAB4B8D-4085-B125-9487-5399C9F8F35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think-cell Slide" r:id="rId5" imgW="405" imgH="405" progId="TCLayout.ActiveDocument.1">
                  <p:embed/>
                </p:oleObj>
              </mc:Choice>
              <mc:Fallback>
                <p:oleObj name="think-cell Slide" r:id="rId5" imgW="405" imgH="405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AAB4B8D-4085-B125-9487-5399C9F8F3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04ED4799-1EAE-DD72-10AD-5A2B8A7A41B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050" t="45686" r="15645" b="13676"/>
          <a:stretch/>
        </p:blipFill>
        <p:spPr>
          <a:xfrm>
            <a:off x="10891304" y="6311458"/>
            <a:ext cx="1300696" cy="52806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71B8E942-5D70-8C99-730A-D2F16C444ED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43" t="16083" r="9298" b="37843"/>
          <a:stretch/>
        </p:blipFill>
        <p:spPr>
          <a:xfrm>
            <a:off x="10532268" y="90085"/>
            <a:ext cx="1526381" cy="39818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916F4A48-0A5C-ADA2-FB7A-492F4BC4D260}"/>
              </a:ext>
            </a:extLst>
          </p:cNvPr>
          <p:cNvCxnSpPr>
            <a:cxnSpLocks/>
          </p:cNvCxnSpPr>
          <p:nvPr/>
        </p:nvCxnSpPr>
        <p:spPr>
          <a:xfrm flipV="1">
            <a:off x="353540" y="623928"/>
            <a:ext cx="10540580" cy="31293"/>
          </a:xfrm>
          <a:prstGeom prst="line">
            <a:avLst/>
          </a:prstGeom>
          <a:noFill/>
          <a:ln w="57150" cap="flat">
            <a:solidFill>
              <a:srgbClr val="FFCB05"/>
            </a:solidFill>
            <a:prstDash val="solid"/>
            <a:round/>
          </a:ln>
          <a:effectLst/>
          <a:sp3d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FDC932C7-719D-87A7-4D77-63316C59AB56}"/>
              </a:ext>
            </a:extLst>
          </p:cNvPr>
          <p:cNvSpPr txBox="1">
            <a:spLocks/>
          </p:cNvSpPr>
          <p:nvPr/>
        </p:nvSpPr>
        <p:spPr>
          <a:xfrm>
            <a:off x="599249" y="-12040"/>
            <a:ext cx="9933019" cy="5215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1" dirty="0"/>
              <a:t>RAPPORT PHOTO </a:t>
            </a:r>
            <a:r>
              <a:rPr lang="fr-FR" sz="3200" b="1" dirty="0" smtClean="0"/>
              <a:t>X01-H04</a:t>
            </a:r>
            <a:endParaRPr lang="fr-FR" sz="3200" b="1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2FC630E4-75BF-3940-70FF-2BE15D4D4CB6}"/>
              </a:ext>
            </a:extLst>
          </p:cNvPr>
          <p:cNvSpPr txBox="1"/>
          <p:nvPr/>
        </p:nvSpPr>
        <p:spPr>
          <a:xfrm>
            <a:off x="183209" y="648026"/>
            <a:ext cx="1070809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 BOX </a:t>
            </a: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E02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A55A85-5669-03C5-F018-6289460F1D04}"/>
              </a:ext>
            </a:extLst>
          </p:cNvPr>
          <p:cNvSpPr/>
          <p:nvPr/>
        </p:nvSpPr>
        <p:spPr>
          <a:xfrm>
            <a:off x="1006282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5FDEE21-ADC8-9D48-3D38-F832F1D7E9E8}"/>
              </a:ext>
            </a:extLst>
          </p:cNvPr>
          <p:cNvSpPr/>
          <p:nvPr/>
        </p:nvSpPr>
        <p:spPr>
          <a:xfrm>
            <a:off x="7661880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7E975CC-2D47-B16E-830C-7019ADBD8F59}"/>
              </a:ext>
            </a:extLst>
          </p:cNvPr>
          <p:cNvSpPr txBox="1"/>
          <p:nvPr/>
        </p:nvSpPr>
        <p:spPr>
          <a:xfrm>
            <a:off x="353540" y="1337635"/>
            <a:ext cx="420108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DU ENDBOX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A6820D2-1DE1-F539-3A51-D0D68E83352C}"/>
              </a:ext>
            </a:extLst>
          </p:cNvPr>
          <p:cNvSpPr txBox="1"/>
          <p:nvPr/>
        </p:nvSpPr>
        <p:spPr>
          <a:xfrm>
            <a:off x="6923902" y="1332538"/>
            <a:ext cx="437155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L’ETIQUETTE AU ENDBOX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365782D-70E0-4579-8BC5-B2ACA60FDA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351" y="51760"/>
            <a:ext cx="920576" cy="49381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97" y="1807687"/>
            <a:ext cx="2907985" cy="4072333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1880" y="1807686"/>
            <a:ext cx="2895600" cy="407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8946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5AA39-6CA8-B3AA-79D3-FBC3DDCBB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A7E9D85B-AF93-2B07-A892-1DEAF710BEA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think-cell Slide" r:id="rId5" imgW="405" imgH="405" progId="TCLayout.ActiveDocument.1">
                  <p:embed/>
                </p:oleObj>
              </mc:Choice>
              <mc:Fallback>
                <p:oleObj name="think-cell Slide" r:id="rId5" imgW="405" imgH="405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E9D85B-AF93-2B07-A892-1DEAF710BE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3C2978BB-B6E1-C7D5-9FB1-FF93E28225F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050" t="45686" r="15645" b="13676"/>
          <a:stretch/>
        </p:blipFill>
        <p:spPr>
          <a:xfrm>
            <a:off x="10891304" y="6311458"/>
            <a:ext cx="1300696" cy="52806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14019142-8B66-C3A1-084C-807DB23E93F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43" t="16083" r="9298" b="37843"/>
          <a:stretch/>
        </p:blipFill>
        <p:spPr>
          <a:xfrm>
            <a:off x="10532268" y="90085"/>
            <a:ext cx="1526381" cy="39818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28D56683-8A5B-F2EC-51B3-BD1A568855A2}"/>
              </a:ext>
            </a:extLst>
          </p:cNvPr>
          <p:cNvCxnSpPr>
            <a:cxnSpLocks/>
          </p:cNvCxnSpPr>
          <p:nvPr/>
        </p:nvCxnSpPr>
        <p:spPr>
          <a:xfrm flipV="1">
            <a:off x="87088" y="514286"/>
            <a:ext cx="10540580" cy="31293"/>
          </a:xfrm>
          <a:prstGeom prst="line">
            <a:avLst/>
          </a:prstGeom>
          <a:noFill/>
          <a:ln w="57150" cap="flat">
            <a:solidFill>
              <a:srgbClr val="FFCB05"/>
            </a:solidFill>
            <a:prstDash val="solid"/>
            <a:round/>
          </a:ln>
          <a:effectLst/>
          <a:sp3d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B839B94A-FE9F-092C-19D7-330288DE1720}"/>
              </a:ext>
            </a:extLst>
          </p:cNvPr>
          <p:cNvSpPr txBox="1">
            <a:spLocks/>
          </p:cNvSpPr>
          <p:nvPr/>
        </p:nvSpPr>
        <p:spPr>
          <a:xfrm>
            <a:off x="599249" y="-12040"/>
            <a:ext cx="9933019" cy="5215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1" dirty="0"/>
              <a:t>RAPPORT PHOTO </a:t>
            </a:r>
            <a:r>
              <a:rPr lang="fr-FR" sz="3200" b="1" dirty="0" smtClean="0"/>
              <a:t>X01-H04</a:t>
            </a:r>
            <a:endParaRPr lang="fr-FR" sz="3200" b="1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7C137BDB-4C89-950F-F64F-A3B5E9210FE8}"/>
              </a:ext>
            </a:extLst>
          </p:cNvPr>
          <p:cNvSpPr txBox="1"/>
          <p:nvPr/>
        </p:nvSpPr>
        <p:spPr>
          <a:xfrm>
            <a:off x="183209" y="648026"/>
            <a:ext cx="1070809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BOX </a:t>
            </a: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E02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3FE6B3-17C9-A7B3-A8B3-24F37854ECBD}"/>
              </a:ext>
            </a:extLst>
          </p:cNvPr>
          <p:cNvSpPr/>
          <p:nvPr/>
        </p:nvSpPr>
        <p:spPr>
          <a:xfrm>
            <a:off x="1006282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PUISSANCE BIEN VISIBLE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F2A77AF-C868-57C1-23D7-851D391DF7BC}"/>
              </a:ext>
            </a:extLst>
          </p:cNvPr>
          <p:cNvSpPr/>
          <p:nvPr/>
        </p:nvSpPr>
        <p:spPr>
          <a:xfrm>
            <a:off x="7958743" y="1807687"/>
            <a:ext cx="2895600" cy="396651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PUISSANCE BIEN VISIBLE 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9C6290CC-5990-731F-E13A-D9E28F4B3152}"/>
              </a:ext>
            </a:extLst>
          </p:cNvPr>
          <p:cNvSpPr txBox="1"/>
          <p:nvPr/>
        </p:nvSpPr>
        <p:spPr>
          <a:xfrm>
            <a:off x="353540" y="1337635"/>
            <a:ext cx="420108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PUISSANCE EN 1490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89E117FD-4322-470F-2703-A6FD2063F4BC}"/>
              </a:ext>
            </a:extLst>
          </p:cNvPr>
          <p:cNvSpPr txBox="1"/>
          <p:nvPr/>
        </p:nvSpPr>
        <p:spPr>
          <a:xfrm>
            <a:off x="6923902" y="1332538"/>
            <a:ext cx="437155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PUISSANCE EN 1550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3E9BB9D-E39A-414E-8E4C-7172D53AE5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61" y="36113"/>
            <a:ext cx="920576" cy="493819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744" y="1807687"/>
            <a:ext cx="2895600" cy="3966516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37" y="1807687"/>
            <a:ext cx="2937745" cy="407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99702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E9524-4DB8-6018-F3F2-0ABDE64FF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C015B501-2377-1FF5-3D4F-053AAF8B1C8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think-cell Slide" r:id="rId5" imgW="405" imgH="405" progId="TCLayout.ActiveDocument.1">
                  <p:embed/>
                </p:oleObj>
              </mc:Choice>
              <mc:Fallback>
                <p:oleObj name="think-cell Slide" r:id="rId5" imgW="405" imgH="405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015B501-2377-1FF5-3D4F-053AAF8B1C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143EF006-2E71-B4C6-D4C6-44D8763A9A0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050" t="45686" r="15645" b="13676"/>
          <a:stretch/>
        </p:blipFill>
        <p:spPr>
          <a:xfrm>
            <a:off x="10891304" y="6311458"/>
            <a:ext cx="1300696" cy="52806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B699DF4B-F788-2D19-84FA-BBC2B98F5B8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43" t="16083" r="9298" b="37843"/>
          <a:stretch/>
        </p:blipFill>
        <p:spPr>
          <a:xfrm>
            <a:off x="10532268" y="90085"/>
            <a:ext cx="1526381" cy="39818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9B0AD215-4CC5-FDA2-8767-83571081E41E}"/>
              </a:ext>
            </a:extLst>
          </p:cNvPr>
          <p:cNvCxnSpPr>
            <a:cxnSpLocks/>
          </p:cNvCxnSpPr>
          <p:nvPr/>
        </p:nvCxnSpPr>
        <p:spPr>
          <a:xfrm flipV="1">
            <a:off x="87088" y="514286"/>
            <a:ext cx="10540580" cy="31293"/>
          </a:xfrm>
          <a:prstGeom prst="line">
            <a:avLst/>
          </a:prstGeom>
          <a:noFill/>
          <a:ln w="57150" cap="flat">
            <a:solidFill>
              <a:srgbClr val="FFCB05"/>
            </a:solidFill>
            <a:prstDash val="solid"/>
            <a:round/>
          </a:ln>
          <a:effectLst/>
          <a:sp3d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197150FC-CF3B-BE1F-C656-2038DA2E0F70}"/>
              </a:ext>
            </a:extLst>
          </p:cNvPr>
          <p:cNvSpPr txBox="1">
            <a:spLocks/>
          </p:cNvSpPr>
          <p:nvPr/>
        </p:nvSpPr>
        <p:spPr>
          <a:xfrm>
            <a:off x="599249" y="-12040"/>
            <a:ext cx="9933019" cy="5215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1" dirty="0"/>
              <a:t>RAPPORT PHOTO </a:t>
            </a:r>
            <a:r>
              <a:rPr lang="fr-FR" sz="3200" b="1" dirty="0" smtClean="0"/>
              <a:t>X01-H04</a:t>
            </a:r>
            <a:endParaRPr lang="fr-FR" sz="3200" b="1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CD3F627A-C801-A6E8-A51F-C2665E33BA12}"/>
              </a:ext>
            </a:extLst>
          </p:cNvPr>
          <p:cNvSpPr txBox="1"/>
          <p:nvPr/>
        </p:nvSpPr>
        <p:spPr>
          <a:xfrm>
            <a:off x="183209" y="610262"/>
            <a:ext cx="1070809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 BOX S04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7E489B-780D-B7CF-8F01-507E28A0EB08}"/>
              </a:ext>
            </a:extLst>
          </p:cNvPr>
          <p:cNvSpPr/>
          <p:nvPr/>
        </p:nvSpPr>
        <p:spPr>
          <a:xfrm>
            <a:off x="1006282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DU SUBBOX AVEC LA NOMMENCLATIRE BIEN VISIBLE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067A8DB-3A18-2B3F-84E0-D664744908D2}"/>
              </a:ext>
            </a:extLst>
          </p:cNvPr>
          <p:cNvSpPr/>
          <p:nvPr/>
        </p:nvSpPr>
        <p:spPr>
          <a:xfrm>
            <a:off x="7732068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L’ETIQUETTE AU SUBBOX</a:t>
            </a:r>
          </a:p>
          <a:p>
            <a:pPr algn="ctr"/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02D144C-09BF-4015-E1CF-44839191A9E1}"/>
              </a:ext>
            </a:extLst>
          </p:cNvPr>
          <p:cNvSpPr txBox="1"/>
          <p:nvPr/>
        </p:nvSpPr>
        <p:spPr>
          <a:xfrm>
            <a:off x="6923902" y="1332538"/>
            <a:ext cx="437155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L’ETIQUETTE AU SUBBOX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2B33685-1CAB-1F1E-DD8A-00D373949D96}"/>
              </a:ext>
            </a:extLst>
          </p:cNvPr>
          <p:cNvSpPr txBox="1"/>
          <p:nvPr/>
        </p:nvSpPr>
        <p:spPr>
          <a:xfrm>
            <a:off x="353540" y="1337635"/>
            <a:ext cx="420108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DU SUBBOX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8F3D9C5-B1F6-4F12-9C86-39BA7A2F2A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3209" y="116443"/>
            <a:ext cx="920576" cy="493819"/>
          </a:xfrm>
          <a:prstGeom prst="rect">
            <a:avLst/>
          </a:prstGeom>
        </p:spPr>
      </p:pic>
      <p:sp>
        <p:nvSpPr>
          <p:cNvPr id="7" name="AutoShape 40" descr="blob:https://web.whatsapp.com/5b6aba8d-332c-4e32-b46f-820e44ab1139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" name="AutoShape 42" descr="blob:https://web.whatsapp.com/5b6aba8d-332c-4e32-b46f-820e44ab1139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82" y="1807688"/>
            <a:ext cx="2895600" cy="4072332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69" y="1807688"/>
            <a:ext cx="2895600" cy="407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32780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5AA39-6CA8-B3AA-79D3-FBC3DDCBB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A7E9D85B-AF93-2B07-A892-1DEAF710BEA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0" name="think-cell Slide" r:id="rId5" imgW="405" imgH="405" progId="TCLayout.ActiveDocument.1">
                  <p:embed/>
                </p:oleObj>
              </mc:Choice>
              <mc:Fallback>
                <p:oleObj name="think-cell Slide" r:id="rId5" imgW="405" imgH="405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E9D85B-AF93-2B07-A892-1DEAF710BE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3C2978BB-B6E1-C7D5-9FB1-FF93E28225F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050" t="45686" r="15645" b="13676"/>
          <a:stretch/>
        </p:blipFill>
        <p:spPr>
          <a:xfrm>
            <a:off x="10891304" y="6311458"/>
            <a:ext cx="1300696" cy="52806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14019142-8B66-C3A1-084C-807DB23E93F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43" t="16083" r="9298" b="37843"/>
          <a:stretch/>
        </p:blipFill>
        <p:spPr>
          <a:xfrm>
            <a:off x="10532268" y="90085"/>
            <a:ext cx="1526381" cy="39818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28D56683-8A5B-F2EC-51B3-BD1A568855A2}"/>
              </a:ext>
            </a:extLst>
          </p:cNvPr>
          <p:cNvCxnSpPr>
            <a:cxnSpLocks/>
          </p:cNvCxnSpPr>
          <p:nvPr/>
        </p:nvCxnSpPr>
        <p:spPr>
          <a:xfrm flipV="1">
            <a:off x="87088" y="514286"/>
            <a:ext cx="10540580" cy="31293"/>
          </a:xfrm>
          <a:prstGeom prst="line">
            <a:avLst/>
          </a:prstGeom>
          <a:noFill/>
          <a:ln w="57150" cap="flat">
            <a:solidFill>
              <a:srgbClr val="FFCB05"/>
            </a:solidFill>
            <a:prstDash val="solid"/>
            <a:round/>
          </a:ln>
          <a:effectLst/>
          <a:sp3d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B839B94A-FE9F-092C-19D7-330288DE1720}"/>
              </a:ext>
            </a:extLst>
          </p:cNvPr>
          <p:cNvSpPr txBox="1">
            <a:spLocks/>
          </p:cNvSpPr>
          <p:nvPr/>
        </p:nvSpPr>
        <p:spPr>
          <a:xfrm>
            <a:off x="694649" y="102833"/>
            <a:ext cx="9933019" cy="5215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1" dirty="0"/>
              <a:t>RAPPORT PHOTO </a:t>
            </a:r>
            <a:r>
              <a:rPr lang="fr-FR" sz="3200" b="1" dirty="0" smtClean="0"/>
              <a:t>X01-H04</a:t>
            </a:r>
            <a:endParaRPr lang="fr-FR" sz="3200" b="1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7C137BDB-4C89-950F-F64F-A3B5E9210FE8}"/>
              </a:ext>
            </a:extLst>
          </p:cNvPr>
          <p:cNvSpPr txBox="1"/>
          <p:nvPr/>
        </p:nvSpPr>
        <p:spPr>
          <a:xfrm>
            <a:off x="183209" y="648026"/>
            <a:ext cx="1070809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 BOX S04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3FE6B3-17C9-A7B3-A8B3-24F37854ECBD}"/>
              </a:ext>
            </a:extLst>
          </p:cNvPr>
          <p:cNvSpPr/>
          <p:nvPr/>
        </p:nvSpPr>
        <p:spPr>
          <a:xfrm>
            <a:off x="1006282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PUISSANCE BIEN VISIBLE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F2A77AF-C868-57C1-23D7-851D391DF7BC}"/>
              </a:ext>
            </a:extLst>
          </p:cNvPr>
          <p:cNvSpPr/>
          <p:nvPr/>
        </p:nvSpPr>
        <p:spPr>
          <a:xfrm>
            <a:off x="7732068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PUISSANCE BIEN VISIBLE 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9C6290CC-5990-731F-E13A-D9E28F4B3152}"/>
              </a:ext>
            </a:extLst>
          </p:cNvPr>
          <p:cNvSpPr txBox="1"/>
          <p:nvPr/>
        </p:nvSpPr>
        <p:spPr>
          <a:xfrm>
            <a:off x="353540" y="1337635"/>
            <a:ext cx="420108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PUISSANCE EN 1490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89E117FD-4322-470F-2703-A6FD2063F4BC}"/>
              </a:ext>
            </a:extLst>
          </p:cNvPr>
          <p:cNvSpPr txBox="1"/>
          <p:nvPr/>
        </p:nvSpPr>
        <p:spPr>
          <a:xfrm>
            <a:off x="6923902" y="1332538"/>
            <a:ext cx="437155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PUISSANCE EN 1550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3E9BB9D-E39A-414E-8E4C-7172D53AE5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61" y="36113"/>
            <a:ext cx="920576" cy="493819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69" y="1807688"/>
            <a:ext cx="2895600" cy="4072332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37" y="1807689"/>
            <a:ext cx="2937745" cy="4072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70121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E9524-4DB8-6018-F3F2-0ABDE64FF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C015B501-2377-1FF5-3D4F-053AAF8B1C8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think-cell Slide" r:id="rId5" imgW="405" imgH="405" progId="TCLayout.ActiveDocument.1">
                  <p:embed/>
                </p:oleObj>
              </mc:Choice>
              <mc:Fallback>
                <p:oleObj name="think-cell Slide" r:id="rId5" imgW="405" imgH="405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015B501-2377-1FF5-3D4F-053AAF8B1C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143EF006-2E71-B4C6-D4C6-44D8763A9A0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050" t="45686" r="15645" b="13676"/>
          <a:stretch/>
        </p:blipFill>
        <p:spPr>
          <a:xfrm>
            <a:off x="10891304" y="6311458"/>
            <a:ext cx="1300696" cy="52806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B699DF4B-F788-2D19-84FA-BBC2B98F5B8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43" t="16083" r="9298" b="37843"/>
          <a:stretch/>
        </p:blipFill>
        <p:spPr>
          <a:xfrm>
            <a:off x="10532268" y="90085"/>
            <a:ext cx="1526381" cy="39818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9B0AD215-4CC5-FDA2-8767-83571081E41E}"/>
              </a:ext>
            </a:extLst>
          </p:cNvPr>
          <p:cNvCxnSpPr>
            <a:cxnSpLocks/>
          </p:cNvCxnSpPr>
          <p:nvPr/>
        </p:nvCxnSpPr>
        <p:spPr>
          <a:xfrm flipV="1">
            <a:off x="87088" y="514286"/>
            <a:ext cx="10540580" cy="31293"/>
          </a:xfrm>
          <a:prstGeom prst="line">
            <a:avLst/>
          </a:prstGeom>
          <a:noFill/>
          <a:ln w="57150" cap="flat">
            <a:solidFill>
              <a:srgbClr val="FFCB05"/>
            </a:solidFill>
            <a:prstDash val="solid"/>
            <a:round/>
          </a:ln>
          <a:effectLst/>
          <a:sp3d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197150FC-CF3B-BE1F-C656-2038DA2E0F70}"/>
              </a:ext>
            </a:extLst>
          </p:cNvPr>
          <p:cNvSpPr txBox="1">
            <a:spLocks/>
          </p:cNvSpPr>
          <p:nvPr/>
        </p:nvSpPr>
        <p:spPr>
          <a:xfrm>
            <a:off x="599249" y="-12040"/>
            <a:ext cx="9933019" cy="5215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1" dirty="0"/>
              <a:t>RAPPORT PHOTO </a:t>
            </a:r>
            <a:r>
              <a:rPr lang="fr-FR" sz="3200" b="1" dirty="0" smtClean="0"/>
              <a:t>X01-H04</a:t>
            </a:r>
            <a:endParaRPr lang="fr-FR" sz="3200" b="1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CD3F627A-C801-A6E8-A51F-C2665E33BA12}"/>
              </a:ext>
            </a:extLst>
          </p:cNvPr>
          <p:cNvSpPr txBox="1"/>
          <p:nvPr/>
        </p:nvSpPr>
        <p:spPr>
          <a:xfrm>
            <a:off x="183209" y="610262"/>
            <a:ext cx="1070809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 BOX </a:t>
            </a: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S05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7E489B-780D-B7CF-8F01-507E28A0EB08}"/>
              </a:ext>
            </a:extLst>
          </p:cNvPr>
          <p:cNvSpPr/>
          <p:nvPr/>
        </p:nvSpPr>
        <p:spPr>
          <a:xfrm>
            <a:off x="1006282" y="1807687"/>
            <a:ext cx="2895600" cy="417305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DU SUBBOX AVEC LA NOMMENCLATIRE BIEN VISIBLE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067A8DB-3A18-2B3F-84E0-D664744908D2}"/>
              </a:ext>
            </a:extLst>
          </p:cNvPr>
          <p:cNvSpPr/>
          <p:nvPr/>
        </p:nvSpPr>
        <p:spPr>
          <a:xfrm>
            <a:off x="7732068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L’ETIQUETTE AU SUBBOX</a:t>
            </a:r>
          </a:p>
          <a:p>
            <a:pPr algn="ctr"/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02D144C-09BF-4015-E1CF-44839191A9E1}"/>
              </a:ext>
            </a:extLst>
          </p:cNvPr>
          <p:cNvSpPr txBox="1"/>
          <p:nvPr/>
        </p:nvSpPr>
        <p:spPr>
          <a:xfrm>
            <a:off x="6923902" y="1332538"/>
            <a:ext cx="437155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L’ETIQUETTE AU SUBBOX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2B33685-1CAB-1F1E-DD8A-00D373949D96}"/>
              </a:ext>
            </a:extLst>
          </p:cNvPr>
          <p:cNvSpPr txBox="1"/>
          <p:nvPr/>
        </p:nvSpPr>
        <p:spPr>
          <a:xfrm>
            <a:off x="353540" y="1337635"/>
            <a:ext cx="420108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DU SUBBOX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8F3D9C5-B1F6-4F12-9C86-39BA7A2F2A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3209" y="116443"/>
            <a:ext cx="920576" cy="49381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82" y="1807686"/>
            <a:ext cx="2869032" cy="4173053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69" y="1807686"/>
            <a:ext cx="2895600" cy="4072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60472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5AA39-6CA8-B3AA-79D3-FBC3DDCBB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A7E9D85B-AF93-2B07-A892-1DEAF710BEA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think-cell Slide" r:id="rId5" imgW="405" imgH="405" progId="TCLayout.ActiveDocument.1">
                  <p:embed/>
                </p:oleObj>
              </mc:Choice>
              <mc:Fallback>
                <p:oleObj name="think-cell Slide" r:id="rId5" imgW="405" imgH="405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E9D85B-AF93-2B07-A892-1DEAF710BE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3C2978BB-B6E1-C7D5-9FB1-FF93E28225F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050" t="45686" r="15645" b="13676"/>
          <a:stretch/>
        </p:blipFill>
        <p:spPr>
          <a:xfrm>
            <a:off x="10891304" y="6311458"/>
            <a:ext cx="1300696" cy="52806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14019142-8B66-C3A1-084C-807DB23E93F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43" t="16083" r="9298" b="37843"/>
          <a:stretch/>
        </p:blipFill>
        <p:spPr>
          <a:xfrm>
            <a:off x="10532268" y="90085"/>
            <a:ext cx="1526381" cy="39818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28D56683-8A5B-F2EC-51B3-BD1A568855A2}"/>
              </a:ext>
            </a:extLst>
          </p:cNvPr>
          <p:cNvCxnSpPr>
            <a:cxnSpLocks/>
          </p:cNvCxnSpPr>
          <p:nvPr/>
        </p:nvCxnSpPr>
        <p:spPr>
          <a:xfrm flipV="1">
            <a:off x="87088" y="514286"/>
            <a:ext cx="10540580" cy="31293"/>
          </a:xfrm>
          <a:prstGeom prst="line">
            <a:avLst/>
          </a:prstGeom>
          <a:noFill/>
          <a:ln w="57150" cap="flat">
            <a:solidFill>
              <a:srgbClr val="FFCB05"/>
            </a:solidFill>
            <a:prstDash val="solid"/>
            <a:round/>
          </a:ln>
          <a:effectLst/>
          <a:sp3d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B839B94A-FE9F-092C-19D7-330288DE1720}"/>
              </a:ext>
            </a:extLst>
          </p:cNvPr>
          <p:cNvSpPr txBox="1">
            <a:spLocks/>
          </p:cNvSpPr>
          <p:nvPr/>
        </p:nvSpPr>
        <p:spPr>
          <a:xfrm>
            <a:off x="599249" y="-12040"/>
            <a:ext cx="9933019" cy="5215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1" dirty="0"/>
              <a:t>RAPPORT PHOTO </a:t>
            </a:r>
            <a:r>
              <a:rPr lang="fr-FR" sz="3200" b="1" dirty="0" smtClean="0"/>
              <a:t>X01-H04</a:t>
            </a:r>
            <a:endParaRPr lang="fr-FR" sz="3200" b="1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7C137BDB-4C89-950F-F64F-A3B5E9210FE8}"/>
              </a:ext>
            </a:extLst>
          </p:cNvPr>
          <p:cNvSpPr txBox="1"/>
          <p:nvPr/>
        </p:nvSpPr>
        <p:spPr>
          <a:xfrm>
            <a:off x="183209" y="648026"/>
            <a:ext cx="1070809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 BOX S05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3FE6B3-17C9-A7B3-A8B3-24F37854ECBD}"/>
              </a:ext>
            </a:extLst>
          </p:cNvPr>
          <p:cNvSpPr/>
          <p:nvPr/>
        </p:nvSpPr>
        <p:spPr>
          <a:xfrm>
            <a:off x="1006282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eriod"/>
            </a:pPr>
            <a:r>
              <a:rPr lang="fr-FR" dirty="0"/>
              <a:t>PHOTO DE PUISSANCE BIEN VISIBLE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F2A77AF-C868-57C1-23D7-851D391DF7BC}"/>
              </a:ext>
            </a:extLst>
          </p:cNvPr>
          <p:cNvSpPr/>
          <p:nvPr/>
        </p:nvSpPr>
        <p:spPr>
          <a:xfrm>
            <a:off x="7732068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PUISSANCE BIEN VISIBLE 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9C6290CC-5990-731F-E13A-D9E28F4B3152}"/>
              </a:ext>
            </a:extLst>
          </p:cNvPr>
          <p:cNvSpPr txBox="1"/>
          <p:nvPr/>
        </p:nvSpPr>
        <p:spPr>
          <a:xfrm>
            <a:off x="353540" y="1337635"/>
            <a:ext cx="420108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PUISSANCE EN 1490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89E117FD-4322-470F-2703-A6FD2063F4BC}"/>
              </a:ext>
            </a:extLst>
          </p:cNvPr>
          <p:cNvSpPr txBox="1"/>
          <p:nvPr/>
        </p:nvSpPr>
        <p:spPr>
          <a:xfrm>
            <a:off x="6923902" y="1332538"/>
            <a:ext cx="437155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PUISSANCE EN 1550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3E9BB9D-E39A-414E-8E4C-7172D53AE5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61" y="36113"/>
            <a:ext cx="920576" cy="493819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68" y="1807687"/>
            <a:ext cx="2895600" cy="4072333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82" y="1807687"/>
            <a:ext cx="2895600" cy="407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940052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E9524-4DB8-6018-F3F2-0ABDE64FF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C015B501-2377-1FF5-3D4F-053AAF8B1C8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think-cell Slide" r:id="rId5" imgW="405" imgH="405" progId="TCLayout.ActiveDocument.1">
                  <p:embed/>
                </p:oleObj>
              </mc:Choice>
              <mc:Fallback>
                <p:oleObj name="think-cell Slide" r:id="rId5" imgW="405" imgH="405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015B501-2377-1FF5-3D4F-053AAF8B1C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143EF006-2E71-B4C6-D4C6-44D8763A9A0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050" t="45686" r="15645" b="13676"/>
          <a:stretch/>
        </p:blipFill>
        <p:spPr>
          <a:xfrm>
            <a:off x="10891304" y="6311458"/>
            <a:ext cx="1300696" cy="52806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B699DF4B-F788-2D19-84FA-BBC2B98F5B8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43" t="16083" r="9298" b="37843"/>
          <a:stretch/>
        </p:blipFill>
        <p:spPr>
          <a:xfrm>
            <a:off x="10532268" y="90085"/>
            <a:ext cx="1526381" cy="39818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9B0AD215-4CC5-FDA2-8767-83571081E41E}"/>
              </a:ext>
            </a:extLst>
          </p:cNvPr>
          <p:cNvCxnSpPr>
            <a:cxnSpLocks/>
          </p:cNvCxnSpPr>
          <p:nvPr/>
        </p:nvCxnSpPr>
        <p:spPr>
          <a:xfrm flipV="1">
            <a:off x="87088" y="514286"/>
            <a:ext cx="10540580" cy="31293"/>
          </a:xfrm>
          <a:prstGeom prst="line">
            <a:avLst/>
          </a:prstGeom>
          <a:noFill/>
          <a:ln w="57150" cap="flat">
            <a:solidFill>
              <a:srgbClr val="FFCB05"/>
            </a:solidFill>
            <a:prstDash val="solid"/>
            <a:round/>
          </a:ln>
          <a:effectLst/>
          <a:sp3d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197150FC-CF3B-BE1F-C656-2038DA2E0F70}"/>
              </a:ext>
            </a:extLst>
          </p:cNvPr>
          <p:cNvSpPr txBox="1">
            <a:spLocks/>
          </p:cNvSpPr>
          <p:nvPr/>
        </p:nvSpPr>
        <p:spPr>
          <a:xfrm>
            <a:off x="599249" y="-12040"/>
            <a:ext cx="9933019" cy="5215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1" dirty="0"/>
              <a:t>RAPPORT PHOTO </a:t>
            </a:r>
            <a:r>
              <a:rPr lang="fr-FR" sz="3200" b="1" dirty="0" smtClean="0"/>
              <a:t>X01-H04</a:t>
            </a:r>
            <a:endParaRPr lang="fr-FR" sz="3200" b="1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CD3F627A-C801-A6E8-A51F-C2665E33BA12}"/>
              </a:ext>
            </a:extLst>
          </p:cNvPr>
          <p:cNvSpPr txBox="1"/>
          <p:nvPr/>
        </p:nvSpPr>
        <p:spPr>
          <a:xfrm>
            <a:off x="183209" y="610262"/>
            <a:ext cx="1070809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 BOX S06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7E489B-780D-B7CF-8F01-507E28A0EB08}"/>
              </a:ext>
            </a:extLst>
          </p:cNvPr>
          <p:cNvSpPr/>
          <p:nvPr/>
        </p:nvSpPr>
        <p:spPr>
          <a:xfrm>
            <a:off x="1006282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DU SUBBOX AVEC LA NOMMENCLATIRE BIEN VISIBLE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067A8DB-3A18-2B3F-84E0-D664744908D2}"/>
              </a:ext>
            </a:extLst>
          </p:cNvPr>
          <p:cNvSpPr/>
          <p:nvPr/>
        </p:nvSpPr>
        <p:spPr>
          <a:xfrm>
            <a:off x="7732068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L’ETIQUETTE AU SUBBOX</a:t>
            </a:r>
          </a:p>
          <a:p>
            <a:pPr algn="ctr"/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02D144C-09BF-4015-E1CF-44839191A9E1}"/>
              </a:ext>
            </a:extLst>
          </p:cNvPr>
          <p:cNvSpPr txBox="1"/>
          <p:nvPr/>
        </p:nvSpPr>
        <p:spPr>
          <a:xfrm>
            <a:off x="6923902" y="1332538"/>
            <a:ext cx="437155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L’ETIQUETTE AU SUBBOX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2B33685-1CAB-1F1E-DD8A-00D373949D96}"/>
              </a:ext>
            </a:extLst>
          </p:cNvPr>
          <p:cNvSpPr txBox="1"/>
          <p:nvPr/>
        </p:nvSpPr>
        <p:spPr>
          <a:xfrm>
            <a:off x="353540" y="1337635"/>
            <a:ext cx="420108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DU SUBBOX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8F3D9C5-B1F6-4F12-9C86-39BA7A2F2A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3209" y="116443"/>
            <a:ext cx="920576" cy="49381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82" y="1807688"/>
            <a:ext cx="2895600" cy="4072332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68" y="1807688"/>
            <a:ext cx="2895600" cy="407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60252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5AA39-6CA8-B3AA-79D3-FBC3DDCBB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A7E9D85B-AF93-2B07-A892-1DEAF710BEA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5" name="think-cell Slide" r:id="rId5" imgW="405" imgH="405" progId="TCLayout.ActiveDocument.1">
                  <p:embed/>
                </p:oleObj>
              </mc:Choice>
              <mc:Fallback>
                <p:oleObj name="think-cell Slide" r:id="rId5" imgW="405" imgH="405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E9D85B-AF93-2B07-A892-1DEAF710BE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3C2978BB-B6E1-C7D5-9FB1-FF93E28225F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050" t="45686" r="15645" b="13676"/>
          <a:stretch/>
        </p:blipFill>
        <p:spPr>
          <a:xfrm>
            <a:off x="10891304" y="6311458"/>
            <a:ext cx="1300696" cy="52806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14019142-8B66-C3A1-084C-807DB23E93F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43" t="16083" r="9298" b="37843"/>
          <a:stretch/>
        </p:blipFill>
        <p:spPr>
          <a:xfrm>
            <a:off x="10532268" y="90085"/>
            <a:ext cx="1526381" cy="39818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28D56683-8A5B-F2EC-51B3-BD1A568855A2}"/>
              </a:ext>
            </a:extLst>
          </p:cNvPr>
          <p:cNvCxnSpPr>
            <a:cxnSpLocks/>
          </p:cNvCxnSpPr>
          <p:nvPr/>
        </p:nvCxnSpPr>
        <p:spPr>
          <a:xfrm flipV="1">
            <a:off x="87088" y="514286"/>
            <a:ext cx="10540580" cy="31293"/>
          </a:xfrm>
          <a:prstGeom prst="line">
            <a:avLst/>
          </a:prstGeom>
          <a:noFill/>
          <a:ln w="57150" cap="flat">
            <a:solidFill>
              <a:srgbClr val="FFCB05"/>
            </a:solidFill>
            <a:prstDash val="solid"/>
            <a:round/>
          </a:ln>
          <a:effectLst/>
          <a:sp3d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B839B94A-FE9F-092C-19D7-330288DE1720}"/>
              </a:ext>
            </a:extLst>
          </p:cNvPr>
          <p:cNvSpPr txBox="1">
            <a:spLocks/>
          </p:cNvSpPr>
          <p:nvPr/>
        </p:nvSpPr>
        <p:spPr>
          <a:xfrm>
            <a:off x="599249" y="-12040"/>
            <a:ext cx="9933019" cy="5215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1" dirty="0"/>
              <a:t>RAPPORT PHOTO </a:t>
            </a:r>
            <a:r>
              <a:rPr lang="fr-FR" sz="3200" b="1" dirty="0" smtClean="0"/>
              <a:t>X01-H04</a:t>
            </a:r>
            <a:endParaRPr lang="fr-FR" sz="3200" b="1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7C137BDB-4C89-950F-F64F-A3B5E9210FE8}"/>
              </a:ext>
            </a:extLst>
          </p:cNvPr>
          <p:cNvSpPr txBox="1"/>
          <p:nvPr/>
        </p:nvSpPr>
        <p:spPr>
          <a:xfrm>
            <a:off x="183209" y="648026"/>
            <a:ext cx="1070809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 BOX S06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3FE6B3-17C9-A7B3-A8B3-24F37854ECBD}"/>
              </a:ext>
            </a:extLst>
          </p:cNvPr>
          <p:cNvSpPr/>
          <p:nvPr/>
        </p:nvSpPr>
        <p:spPr>
          <a:xfrm>
            <a:off x="1006282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PUISSANCE BIEN VISIBLE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F2A77AF-C868-57C1-23D7-851D391DF7BC}"/>
              </a:ext>
            </a:extLst>
          </p:cNvPr>
          <p:cNvSpPr/>
          <p:nvPr/>
        </p:nvSpPr>
        <p:spPr>
          <a:xfrm>
            <a:off x="7732068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PUISSANCE BIEN VISIBLE 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9C6290CC-5990-731F-E13A-D9E28F4B3152}"/>
              </a:ext>
            </a:extLst>
          </p:cNvPr>
          <p:cNvSpPr txBox="1"/>
          <p:nvPr/>
        </p:nvSpPr>
        <p:spPr>
          <a:xfrm>
            <a:off x="353540" y="1337635"/>
            <a:ext cx="420108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PUISSANCE EN 1490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89E117FD-4322-470F-2703-A6FD2063F4BC}"/>
              </a:ext>
            </a:extLst>
          </p:cNvPr>
          <p:cNvSpPr txBox="1"/>
          <p:nvPr/>
        </p:nvSpPr>
        <p:spPr>
          <a:xfrm>
            <a:off x="6923902" y="1332538"/>
            <a:ext cx="437155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PUISSANCE EN 1550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3E9BB9D-E39A-414E-8E4C-7172D53AE5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61" y="36113"/>
            <a:ext cx="920576" cy="493819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68" y="1807688"/>
            <a:ext cx="2937745" cy="4072333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37" y="1807688"/>
            <a:ext cx="2937745" cy="407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975972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2A809-D5BF-E9E5-8D36-5C4511BA0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796A6013-43B4-5B07-7338-92DB2B33BDC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0" name="think-cell Slide" r:id="rId5" imgW="405" imgH="405" progId="TCLayout.ActiveDocument.1">
                  <p:embed/>
                </p:oleObj>
              </mc:Choice>
              <mc:Fallback>
                <p:oleObj name="think-cell Slide" r:id="rId5" imgW="405" imgH="405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015B501-2377-1FF5-3D4F-053AAF8B1C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BFE4C86B-666C-82DB-743F-546675A7A21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050" t="45686" r="15645" b="13676"/>
          <a:stretch/>
        </p:blipFill>
        <p:spPr>
          <a:xfrm>
            <a:off x="10891304" y="6311458"/>
            <a:ext cx="1300696" cy="52806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CEECC287-6B0A-60EF-FDC8-EA4B89EC9F1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43" t="16083" r="9298" b="37843"/>
          <a:stretch/>
        </p:blipFill>
        <p:spPr>
          <a:xfrm>
            <a:off x="10532268" y="90085"/>
            <a:ext cx="1526381" cy="39818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E12E1A16-BB09-40BF-AB33-BBD0998170D7}"/>
              </a:ext>
            </a:extLst>
          </p:cNvPr>
          <p:cNvCxnSpPr>
            <a:cxnSpLocks/>
          </p:cNvCxnSpPr>
          <p:nvPr/>
        </p:nvCxnSpPr>
        <p:spPr>
          <a:xfrm flipV="1">
            <a:off x="87088" y="514286"/>
            <a:ext cx="10540580" cy="31293"/>
          </a:xfrm>
          <a:prstGeom prst="line">
            <a:avLst/>
          </a:prstGeom>
          <a:noFill/>
          <a:ln w="57150" cap="flat">
            <a:solidFill>
              <a:srgbClr val="FFCB05"/>
            </a:solidFill>
            <a:prstDash val="solid"/>
            <a:round/>
          </a:ln>
          <a:effectLst/>
          <a:sp3d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56936028-DF12-0DAC-8FB6-9B541A19B935}"/>
              </a:ext>
            </a:extLst>
          </p:cNvPr>
          <p:cNvSpPr txBox="1">
            <a:spLocks/>
          </p:cNvSpPr>
          <p:nvPr/>
        </p:nvSpPr>
        <p:spPr>
          <a:xfrm>
            <a:off x="599249" y="-12040"/>
            <a:ext cx="9933019" cy="5215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1" dirty="0"/>
              <a:t>RAPPORT PHOTO </a:t>
            </a:r>
            <a:r>
              <a:rPr lang="fr-FR" sz="3200" b="1" dirty="0" smtClean="0"/>
              <a:t>X01-H04</a:t>
            </a:r>
            <a:endParaRPr lang="fr-FR" sz="3200" b="1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13D5C126-6ED5-B53A-CB10-4A2A37A0438C}"/>
              </a:ext>
            </a:extLst>
          </p:cNvPr>
          <p:cNvSpPr txBox="1"/>
          <p:nvPr/>
        </p:nvSpPr>
        <p:spPr>
          <a:xfrm>
            <a:off x="183209" y="610262"/>
            <a:ext cx="1070809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 BOX S07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C0AB41-B087-5064-C050-36CB1CFCBA5E}"/>
              </a:ext>
            </a:extLst>
          </p:cNvPr>
          <p:cNvSpPr/>
          <p:nvPr/>
        </p:nvSpPr>
        <p:spPr>
          <a:xfrm>
            <a:off x="1112540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DU SUBBOX AVEC LA NOMMENCLATIRE BIEN VISIBLE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5FF2CAD-97BA-B8C1-35B4-08278EE39E5D}"/>
              </a:ext>
            </a:extLst>
          </p:cNvPr>
          <p:cNvSpPr/>
          <p:nvPr/>
        </p:nvSpPr>
        <p:spPr>
          <a:xfrm>
            <a:off x="7732068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L’ETIQUETTE AU SUBBOX</a:t>
            </a:r>
          </a:p>
          <a:p>
            <a:pPr algn="ctr"/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9FD2297-49EB-7BF3-F26A-AC613D29C587}"/>
              </a:ext>
            </a:extLst>
          </p:cNvPr>
          <p:cNvSpPr txBox="1"/>
          <p:nvPr/>
        </p:nvSpPr>
        <p:spPr>
          <a:xfrm>
            <a:off x="6923902" y="1332538"/>
            <a:ext cx="437155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L’ETIQUETTE AU SUBBOX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5EBC039-38B0-F4A5-7AAF-D04742BF0C1E}"/>
              </a:ext>
            </a:extLst>
          </p:cNvPr>
          <p:cNvSpPr txBox="1"/>
          <p:nvPr/>
        </p:nvSpPr>
        <p:spPr>
          <a:xfrm>
            <a:off x="353540" y="1337635"/>
            <a:ext cx="420108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DU SUBBOX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37E9A65-09B2-1B9C-BB1A-0DD4DC886B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3209" y="116443"/>
            <a:ext cx="920576" cy="493819"/>
          </a:xfrm>
          <a:prstGeom prst="rect">
            <a:avLst/>
          </a:prstGeom>
        </p:spPr>
      </p:pic>
      <p:sp>
        <p:nvSpPr>
          <p:cNvPr id="9" name="AutoShape 45" descr="blob:https://web.whatsapp.com/e2b004db-1f23-4412-ab7b-f51b3fc8e4b7">
            <a:extLst>
              <a:ext uri="{FF2B5EF4-FFF2-40B4-BE49-F238E27FC236}">
                <a16:creationId xmlns:a16="http://schemas.microsoft.com/office/drawing/2014/main" id="{92B5F135-40B9-37F5-4687-5C8DCDA53D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29" y="1807688"/>
            <a:ext cx="2940111" cy="4072332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68" y="1807688"/>
            <a:ext cx="2895600" cy="407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896487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225A0-84DC-B983-2299-21CB539C1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AFEE75D2-BA54-E7E3-F56B-0D0093E0A5B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4" name="think-cell Slide" r:id="rId5" imgW="405" imgH="405" progId="TCLayout.ActiveDocument.1">
                  <p:embed/>
                </p:oleObj>
              </mc:Choice>
              <mc:Fallback>
                <p:oleObj name="think-cell Slide" r:id="rId5" imgW="405" imgH="405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E9D85B-AF93-2B07-A892-1DEAF710BE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18C9ED94-0049-0418-C01C-1185BD83E97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050" t="45686" r="15645" b="13676"/>
          <a:stretch/>
        </p:blipFill>
        <p:spPr>
          <a:xfrm>
            <a:off x="10891304" y="6311458"/>
            <a:ext cx="1300696" cy="52806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AB3C5AD0-C12F-0BC2-9DC2-E88E7C93366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43" t="16083" r="9298" b="37843"/>
          <a:stretch/>
        </p:blipFill>
        <p:spPr>
          <a:xfrm>
            <a:off x="10532268" y="90085"/>
            <a:ext cx="1526381" cy="39818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F64659E1-81EE-5B98-2D1D-8BD7E01A7C6F}"/>
              </a:ext>
            </a:extLst>
          </p:cNvPr>
          <p:cNvCxnSpPr>
            <a:cxnSpLocks/>
          </p:cNvCxnSpPr>
          <p:nvPr/>
        </p:nvCxnSpPr>
        <p:spPr>
          <a:xfrm flipV="1">
            <a:off x="87088" y="514286"/>
            <a:ext cx="10540580" cy="31293"/>
          </a:xfrm>
          <a:prstGeom prst="line">
            <a:avLst/>
          </a:prstGeom>
          <a:noFill/>
          <a:ln w="57150" cap="flat">
            <a:solidFill>
              <a:srgbClr val="FFCB05"/>
            </a:solidFill>
            <a:prstDash val="solid"/>
            <a:round/>
          </a:ln>
          <a:effectLst/>
          <a:sp3d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CC8C74EE-7A2F-C845-8D01-9F7558FDE0C9}"/>
              </a:ext>
            </a:extLst>
          </p:cNvPr>
          <p:cNvSpPr txBox="1">
            <a:spLocks/>
          </p:cNvSpPr>
          <p:nvPr/>
        </p:nvSpPr>
        <p:spPr>
          <a:xfrm>
            <a:off x="599249" y="-12040"/>
            <a:ext cx="9933019" cy="5215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1" dirty="0"/>
              <a:t>RAPPORT PHOTO </a:t>
            </a:r>
            <a:r>
              <a:rPr lang="fr-FR" sz="3200" b="1" dirty="0" smtClean="0"/>
              <a:t>X01-H04</a:t>
            </a:r>
            <a:endParaRPr lang="fr-FR" sz="3200" b="1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FAD9BCEA-337B-31C6-8361-3FE6C935EFA6}"/>
              </a:ext>
            </a:extLst>
          </p:cNvPr>
          <p:cNvSpPr txBox="1"/>
          <p:nvPr/>
        </p:nvSpPr>
        <p:spPr>
          <a:xfrm>
            <a:off x="183209" y="648026"/>
            <a:ext cx="1070809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 BOX S07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0D614D-7B1B-A93F-A68A-4881BABBFC1D}"/>
              </a:ext>
            </a:extLst>
          </p:cNvPr>
          <p:cNvSpPr/>
          <p:nvPr/>
        </p:nvSpPr>
        <p:spPr>
          <a:xfrm>
            <a:off x="1125552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PUISSANCE BIEN VISIBLE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72B9990-F54E-0A0E-F30A-98D5CCE9D5C5}"/>
              </a:ext>
            </a:extLst>
          </p:cNvPr>
          <p:cNvSpPr/>
          <p:nvPr/>
        </p:nvSpPr>
        <p:spPr>
          <a:xfrm>
            <a:off x="7732068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PUISSANCE BIEN VISIBLE 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26EDD8BF-75DD-A0DB-0DEC-831E04710566}"/>
              </a:ext>
            </a:extLst>
          </p:cNvPr>
          <p:cNvSpPr txBox="1"/>
          <p:nvPr/>
        </p:nvSpPr>
        <p:spPr>
          <a:xfrm>
            <a:off x="353540" y="1337635"/>
            <a:ext cx="420108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PUISSANCE EN 1490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82CE8850-23ED-C933-8605-FC1B8EDF90E9}"/>
              </a:ext>
            </a:extLst>
          </p:cNvPr>
          <p:cNvSpPr txBox="1"/>
          <p:nvPr/>
        </p:nvSpPr>
        <p:spPr>
          <a:xfrm>
            <a:off x="6923902" y="1332538"/>
            <a:ext cx="437155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PUISSANCE EN 1550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CBB7FF4-E3F4-2C6A-4B61-D9D44F2BD2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61" y="36113"/>
            <a:ext cx="920576" cy="493819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68" y="1807689"/>
            <a:ext cx="2895600" cy="4072332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552" y="1817914"/>
            <a:ext cx="2895600" cy="40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614499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5AA39-6CA8-B3AA-79D3-FBC3DDCBB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A7E9D85B-AF93-2B07-A892-1DEAF710BEA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9" name="think-cell Slide" r:id="rId5" imgW="405" imgH="405" progId="TCLayout.ActiveDocument.1">
                  <p:embed/>
                </p:oleObj>
              </mc:Choice>
              <mc:Fallback>
                <p:oleObj name="think-cell Slide" r:id="rId5" imgW="405" imgH="405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E9D85B-AF93-2B07-A892-1DEAF710BE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3C2978BB-B6E1-C7D5-9FB1-FF93E28225F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050" t="45686" r="15645" b="13676"/>
          <a:stretch/>
        </p:blipFill>
        <p:spPr>
          <a:xfrm>
            <a:off x="10891304" y="6311458"/>
            <a:ext cx="1300696" cy="52806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14019142-8B66-C3A1-084C-807DB23E93F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43" t="16083" r="9298" b="37843"/>
          <a:stretch/>
        </p:blipFill>
        <p:spPr>
          <a:xfrm>
            <a:off x="10532268" y="90085"/>
            <a:ext cx="1526381" cy="39818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28D56683-8A5B-F2EC-51B3-BD1A568855A2}"/>
              </a:ext>
            </a:extLst>
          </p:cNvPr>
          <p:cNvCxnSpPr>
            <a:cxnSpLocks/>
          </p:cNvCxnSpPr>
          <p:nvPr/>
        </p:nvCxnSpPr>
        <p:spPr>
          <a:xfrm flipV="1">
            <a:off x="87088" y="514286"/>
            <a:ext cx="10540580" cy="31293"/>
          </a:xfrm>
          <a:prstGeom prst="line">
            <a:avLst/>
          </a:prstGeom>
          <a:noFill/>
          <a:ln w="57150" cap="flat">
            <a:solidFill>
              <a:srgbClr val="FFCB05"/>
            </a:solidFill>
            <a:prstDash val="solid"/>
            <a:round/>
          </a:ln>
          <a:effectLst/>
          <a:sp3d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B839B94A-FE9F-092C-19D7-330288DE1720}"/>
              </a:ext>
            </a:extLst>
          </p:cNvPr>
          <p:cNvSpPr txBox="1">
            <a:spLocks/>
          </p:cNvSpPr>
          <p:nvPr/>
        </p:nvSpPr>
        <p:spPr>
          <a:xfrm>
            <a:off x="599249" y="-12040"/>
            <a:ext cx="9933019" cy="5215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1" dirty="0"/>
              <a:t>RAPPORT PHOTO </a:t>
            </a:r>
            <a:r>
              <a:rPr lang="fr-FR" sz="3200" b="1" dirty="0" smtClean="0"/>
              <a:t>X01-H04</a:t>
            </a:r>
            <a:endParaRPr lang="fr-FR" sz="3200" b="1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7C137BDB-4C89-950F-F64F-A3B5E9210FE8}"/>
              </a:ext>
            </a:extLst>
          </p:cNvPr>
          <p:cNvSpPr txBox="1"/>
          <p:nvPr/>
        </p:nvSpPr>
        <p:spPr>
          <a:xfrm>
            <a:off x="183209" y="648026"/>
            <a:ext cx="1070809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 BOX S08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3FE6B3-17C9-A7B3-A8B3-24F37854ECBD}"/>
              </a:ext>
            </a:extLst>
          </p:cNvPr>
          <p:cNvSpPr/>
          <p:nvPr/>
        </p:nvSpPr>
        <p:spPr>
          <a:xfrm>
            <a:off x="964137" y="1996466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PUISSANCE BIEN VISIBLE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F2A77AF-C868-57C1-23D7-851D391DF7BC}"/>
              </a:ext>
            </a:extLst>
          </p:cNvPr>
          <p:cNvSpPr/>
          <p:nvPr/>
        </p:nvSpPr>
        <p:spPr>
          <a:xfrm>
            <a:off x="7732068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PUISSANCE BIEN VISIBLE 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9C6290CC-5990-731F-E13A-D9E28F4B3152}"/>
              </a:ext>
            </a:extLst>
          </p:cNvPr>
          <p:cNvSpPr txBox="1"/>
          <p:nvPr/>
        </p:nvSpPr>
        <p:spPr>
          <a:xfrm>
            <a:off x="353540" y="1337635"/>
            <a:ext cx="420108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PUISSANCE EN 1490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89E117FD-4322-470F-2703-A6FD2063F4BC}"/>
              </a:ext>
            </a:extLst>
          </p:cNvPr>
          <p:cNvSpPr txBox="1"/>
          <p:nvPr/>
        </p:nvSpPr>
        <p:spPr>
          <a:xfrm>
            <a:off x="6923902" y="1332538"/>
            <a:ext cx="437155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PUISSANCE EN 1550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3E9BB9D-E39A-414E-8E4C-7172D53AE5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61" y="36113"/>
            <a:ext cx="920576" cy="49381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958" y="1970498"/>
            <a:ext cx="2895600" cy="4072332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37" y="1996466"/>
            <a:ext cx="2895600" cy="4072332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69" y="1807688"/>
            <a:ext cx="2895600" cy="407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485287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E9524-4DB8-6018-F3F2-0ABDE64FF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C015B501-2377-1FF5-3D4F-053AAF8B1C8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3" name="think-cell Slide" r:id="rId5" imgW="405" imgH="405" progId="TCLayout.ActiveDocument.1">
                  <p:embed/>
                </p:oleObj>
              </mc:Choice>
              <mc:Fallback>
                <p:oleObj name="think-cell Slide" r:id="rId5" imgW="405" imgH="405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015B501-2377-1FF5-3D4F-053AAF8B1C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143EF006-2E71-B4C6-D4C6-44D8763A9A0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050" t="45686" r="15645" b="13676"/>
          <a:stretch/>
        </p:blipFill>
        <p:spPr>
          <a:xfrm>
            <a:off x="10891304" y="6311458"/>
            <a:ext cx="1300696" cy="52806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B699DF4B-F788-2D19-84FA-BBC2B98F5B8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43" t="16083" r="9298" b="37843"/>
          <a:stretch/>
        </p:blipFill>
        <p:spPr>
          <a:xfrm>
            <a:off x="10532268" y="90085"/>
            <a:ext cx="1526381" cy="39818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9B0AD215-4CC5-FDA2-8767-83571081E41E}"/>
              </a:ext>
            </a:extLst>
          </p:cNvPr>
          <p:cNvCxnSpPr>
            <a:cxnSpLocks/>
          </p:cNvCxnSpPr>
          <p:nvPr/>
        </p:nvCxnSpPr>
        <p:spPr>
          <a:xfrm flipV="1">
            <a:off x="87088" y="514286"/>
            <a:ext cx="10540580" cy="31293"/>
          </a:xfrm>
          <a:prstGeom prst="line">
            <a:avLst/>
          </a:prstGeom>
          <a:noFill/>
          <a:ln w="57150" cap="flat">
            <a:solidFill>
              <a:srgbClr val="FFCB05"/>
            </a:solidFill>
            <a:prstDash val="solid"/>
            <a:round/>
          </a:ln>
          <a:effectLst/>
          <a:sp3d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197150FC-CF3B-BE1F-C656-2038DA2E0F70}"/>
              </a:ext>
            </a:extLst>
          </p:cNvPr>
          <p:cNvSpPr txBox="1">
            <a:spLocks/>
          </p:cNvSpPr>
          <p:nvPr/>
        </p:nvSpPr>
        <p:spPr>
          <a:xfrm>
            <a:off x="599249" y="-12040"/>
            <a:ext cx="9933019" cy="5215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1" dirty="0"/>
              <a:t>RAPPORT PHOTO </a:t>
            </a:r>
            <a:r>
              <a:rPr lang="fr-FR" sz="3200" b="1" dirty="0" smtClean="0"/>
              <a:t>X01-H04</a:t>
            </a:r>
            <a:endParaRPr lang="fr-FR" sz="3200" b="1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CD3F627A-C801-A6E8-A51F-C2665E33BA12}"/>
              </a:ext>
            </a:extLst>
          </p:cNvPr>
          <p:cNvSpPr txBox="1"/>
          <p:nvPr/>
        </p:nvSpPr>
        <p:spPr>
          <a:xfrm>
            <a:off x="183209" y="610262"/>
            <a:ext cx="1070809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 BOX S08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7E489B-780D-B7CF-8F01-507E28A0EB08}"/>
              </a:ext>
            </a:extLst>
          </p:cNvPr>
          <p:cNvSpPr/>
          <p:nvPr/>
        </p:nvSpPr>
        <p:spPr>
          <a:xfrm>
            <a:off x="1006282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DU SUBBOX AVEC LA NOMMENCLATIRE BIEN VISIBLE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067A8DB-3A18-2B3F-84E0-D664744908D2}"/>
              </a:ext>
            </a:extLst>
          </p:cNvPr>
          <p:cNvSpPr/>
          <p:nvPr/>
        </p:nvSpPr>
        <p:spPr>
          <a:xfrm>
            <a:off x="7732068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L’ETIQUETTE AU SUBBOX</a:t>
            </a:r>
          </a:p>
          <a:p>
            <a:pPr algn="ctr"/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02D144C-09BF-4015-E1CF-44839191A9E1}"/>
              </a:ext>
            </a:extLst>
          </p:cNvPr>
          <p:cNvSpPr txBox="1"/>
          <p:nvPr/>
        </p:nvSpPr>
        <p:spPr>
          <a:xfrm>
            <a:off x="6923902" y="1332538"/>
            <a:ext cx="437155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L’ETIQUETTE AU SUBBOX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2B33685-1CAB-1F1E-DD8A-00D373949D96}"/>
              </a:ext>
            </a:extLst>
          </p:cNvPr>
          <p:cNvSpPr txBox="1"/>
          <p:nvPr/>
        </p:nvSpPr>
        <p:spPr>
          <a:xfrm>
            <a:off x="353540" y="1337635"/>
            <a:ext cx="420108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DU SUBBOX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8F3D9C5-B1F6-4F12-9C86-39BA7A2F2A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3209" y="116443"/>
            <a:ext cx="920576" cy="493819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81" y="1807688"/>
            <a:ext cx="2939184" cy="4072332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68" y="1807688"/>
            <a:ext cx="2895600" cy="407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56761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DACB1-D380-922A-804A-855F91D9A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0351E8E0-9853-5687-7773-4AF0CA82206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6" name="think-cell Slide" r:id="rId5" imgW="405" imgH="405" progId="TCLayout.ActiveDocument.1">
                  <p:embed/>
                </p:oleObj>
              </mc:Choice>
              <mc:Fallback>
                <p:oleObj name="think-cell Slide" r:id="rId5" imgW="405" imgH="405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015B501-2377-1FF5-3D4F-053AAF8B1C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70753884-822B-CB17-4CB5-CA522F88EA8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050" t="45686" r="15645" b="13676"/>
          <a:stretch/>
        </p:blipFill>
        <p:spPr>
          <a:xfrm>
            <a:off x="10891304" y="6311458"/>
            <a:ext cx="1300696" cy="52806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FBD8C234-CD04-E961-C056-8DA925BDFBC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43" t="16083" r="9298" b="37843"/>
          <a:stretch/>
        </p:blipFill>
        <p:spPr>
          <a:xfrm>
            <a:off x="10532268" y="90085"/>
            <a:ext cx="1526381" cy="39818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39FAC4C5-55A5-D5C0-3ADE-8176B559E130}"/>
              </a:ext>
            </a:extLst>
          </p:cNvPr>
          <p:cNvCxnSpPr>
            <a:cxnSpLocks/>
          </p:cNvCxnSpPr>
          <p:nvPr/>
        </p:nvCxnSpPr>
        <p:spPr>
          <a:xfrm flipV="1">
            <a:off x="87088" y="514286"/>
            <a:ext cx="10540580" cy="31293"/>
          </a:xfrm>
          <a:prstGeom prst="line">
            <a:avLst/>
          </a:prstGeom>
          <a:noFill/>
          <a:ln w="57150" cap="flat">
            <a:solidFill>
              <a:srgbClr val="FFCB05"/>
            </a:solidFill>
            <a:prstDash val="solid"/>
            <a:round/>
          </a:ln>
          <a:effectLst/>
          <a:sp3d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8B9FD419-1EB2-5811-1DB6-CDA20C91F573}"/>
              </a:ext>
            </a:extLst>
          </p:cNvPr>
          <p:cNvSpPr txBox="1">
            <a:spLocks/>
          </p:cNvSpPr>
          <p:nvPr/>
        </p:nvSpPr>
        <p:spPr>
          <a:xfrm>
            <a:off x="599249" y="-12040"/>
            <a:ext cx="9933019" cy="5215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1" dirty="0"/>
              <a:t>RAPPORT PHOTO </a:t>
            </a:r>
            <a:r>
              <a:rPr lang="fr-FR" sz="3200" b="1" dirty="0" smtClean="0"/>
              <a:t>X01-H04</a:t>
            </a:r>
            <a:endParaRPr lang="fr-FR" sz="3200" b="1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0C0984DC-D742-53DE-FA4A-4E9E76B5BCBC}"/>
              </a:ext>
            </a:extLst>
          </p:cNvPr>
          <p:cNvSpPr txBox="1"/>
          <p:nvPr/>
        </p:nvSpPr>
        <p:spPr>
          <a:xfrm>
            <a:off x="183209" y="610262"/>
            <a:ext cx="1070809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 BOX S09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99B9834-5F3E-3809-303E-8ECA85AC1861}"/>
              </a:ext>
            </a:extLst>
          </p:cNvPr>
          <p:cNvSpPr/>
          <p:nvPr/>
        </p:nvSpPr>
        <p:spPr>
          <a:xfrm>
            <a:off x="1006282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DU SUBBOX AVEC LA NOMMENCLATIRE BIEN VISIBLE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1D8D0EC-528C-179E-7217-7DFA830F167A}"/>
              </a:ext>
            </a:extLst>
          </p:cNvPr>
          <p:cNvSpPr/>
          <p:nvPr/>
        </p:nvSpPr>
        <p:spPr>
          <a:xfrm>
            <a:off x="7732068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L’ETIQUETTE AU SUBBOX</a:t>
            </a:r>
          </a:p>
          <a:p>
            <a:pPr algn="ctr"/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69A9ECB-5FAB-630D-2636-77A863D541CD}"/>
              </a:ext>
            </a:extLst>
          </p:cNvPr>
          <p:cNvSpPr txBox="1"/>
          <p:nvPr/>
        </p:nvSpPr>
        <p:spPr>
          <a:xfrm>
            <a:off x="6923902" y="1332538"/>
            <a:ext cx="437155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L’ETIQUETTE AU SUBBOX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7127EF5-623E-E00F-FA83-41A545CE4608}"/>
              </a:ext>
            </a:extLst>
          </p:cNvPr>
          <p:cNvSpPr txBox="1"/>
          <p:nvPr/>
        </p:nvSpPr>
        <p:spPr>
          <a:xfrm>
            <a:off x="353540" y="1337635"/>
            <a:ext cx="420108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DU SUBBOX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4665DF3-41DA-6979-0A58-0459F65F3C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3209" y="116443"/>
            <a:ext cx="920576" cy="49381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82" y="1807687"/>
            <a:ext cx="2895600" cy="4072333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68" y="1807687"/>
            <a:ext cx="2895600" cy="407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78339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5AA39-6CA8-B3AA-79D3-FBC3DDCBB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A7E9D85B-AF93-2B07-A892-1DEAF710BEA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9" name="think-cell Slide" r:id="rId5" imgW="405" imgH="405" progId="TCLayout.ActiveDocument.1">
                  <p:embed/>
                </p:oleObj>
              </mc:Choice>
              <mc:Fallback>
                <p:oleObj name="think-cell Slide" r:id="rId5" imgW="405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3C2978BB-B6E1-C7D5-9FB1-FF93E28225F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050" t="45686" r="15645" b="13676"/>
          <a:stretch/>
        </p:blipFill>
        <p:spPr>
          <a:xfrm>
            <a:off x="10891304" y="6311458"/>
            <a:ext cx="1300696" cy="52806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14019142-8B66-C3A1-084C-807DB23E93F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43" t="16083" r="9298" b="37843"/>
          <a:stretch/>
        </p:blipFill>
        <p:spPr>
          <a:xfrm>
            <a:off x="10532268" y="90085"/>
            <a:ext cx="1526381" cy="39818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28D56683-8A5B-F2EC-51B3-BD1A568855A2}"/>
              </a:ext>
            </a:extLst>
          </p:cNvPr>
          <p:cNvCxnSpPr>
            <a:cxnSpLocks/>
          </p:cNvCxnSpPr>
          <p:nvPr/>
        </p:nvCxnSpPr>
        <p:spPr>
          <a:xfrm flipV="1">
            <a:off x="87088" y="514286"/>
            <a:ext cx="10540580" cy="31293"/>
          </a:xfrm>
          <a:prstGeom prst="line">
            <a:avLst/>
          </a:prstGeom>
          <a:noFill/>
          <a:ln w="57150" cap="flat">
            <a:solidFill>
              <a:srgbClr val="FFCB05"/>
            </a:solidFill>
            <a:prstDash val="solid"/>
            <a:round/>
          </a:ln>
          <a:effectLst/>
          <a:sp3d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B839B94A-FE9F-092C-19D7-330288DE1720}"/>
              </a:ext>
            </a:extLst>
          </p:cNvPr>
          <p:cNvSpPr txBox="1">
            <a:spLocks/>
          </p:cNvSpPr>
          <p:nvPr/>
        </p:nvSpPr>
        <p:spPr>
          <a:xfrm>
            <a:off x="599249" y="-12040"/>
            <a:ext cx="9933019" cy="5215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1" dirty="0"/>
              <a:t>RAPPORT PHOTO </a:t>
            </a:r>
            <a:r>
              <a:rPr lang="fr-FR" sz="3200" b="1" dirty="0" smtClean="0"/>
              <a:t>X01-H04</a:t>
            </a:r>
            <a:endParaRPr lang="fr-FR" sz="3200" b="1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7C137BDB-4C89-950F-F64F-A3B5E9210FE8}"/>
              </a:ext>
            </a:extLst>
          </p:cNvPr>
          <p:cNvSpPr txBox="1"/>
          <p:nvPr/>
        </p:nvSpPr>
        <p:spPr>
          <a:xfrm>
            <a:off x="183209" y="648026"/>
            <a:ext cx="1070809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 BOX S09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3FE6B3-17C9-A7B3-A8B3-24F37854ECBD}"/>
              </a:ext>
            </a:extLst>
          </p:cNvPr>
          <p:cNvSpPr/>
          <p:nvPr/>
        </p:nvSpPr>
        <p:spPr>
          <a:xfrm>
            <a:off x="964137" y="1996466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PUISSANCE BIEN VISIBLE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F2A77AF-C868-57C1-23D7-851D391DF7BC}"/>
              </a:ext>
            </a:extLst>
          </p:cNvPr>
          <p:cNvSpPr/>
          <p:nvPr/>
        </p:nvSpPr>
        <p:spPr>
          <a:xfrm>
            <a:off x="7732068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PUISSANCE BIEN VISIBLE 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9C6290CC-5990-731F-E13A-D9E28F4B3152}"/>
              </a:ext>
            </a:extLst>
          </p:cNvPr>
          <p:cNvSpPr txBox="1"/>
          <p:nvPr/>
        </p:nvSpPr>
        <p:spPr>
          <a:xfrm>
            <a:off x="353540" y="1337635"/>
            <a:ext cx="420108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PUISSANCE EN 1490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89E117FD-4322-470F-2703-A6FD2063F4BC}"/>
              </a:ext>
            </a:extLst>
          </p:cNvPr>
          <p:cNvSpPr txBox="1"/>
          <p:nvPr/>
        </p:nvSpPr>
        <p:spPr>
          <a:xfrm>
            <a:off x="6923902" y="1332538"/>
            <a:ext cx="437155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PUISSANCE EN 1550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3E9BB9D-E39A-414E-8E4C-7172D53AE5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61" y="36113"/>
            <a:ext cx="920576" cy="493819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37" y="1996466"/>
            <a:ext cx="2895600" cy="4072332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68" y="1807687"/>
            <a:ext cx="2895600" cy="407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302936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D4AB0-EF9C-D524-7555-001B6B43C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E41C6162-24D9-F4C6-8E64-8EFD71B4496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4" name="think-cell Slide" r:id="rId5" imgW="405" imgH="405" progId="TCLayout.ActiveDocument.1">
                  <p:embed/>
                </p:oleObj>
              </mc:Choice>
              <mc:Fallback>
                <p:oleObj name="think-cell Slide" r:id="rId5" imgW="405" imgH="405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51E8E0-9853-5687-7773-4AF0CA8220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4436886C-F46B-C7CE-CC46-D6A3951D0FD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050" t="45686" r="15645" b="13676"/>
          <a:stretch/>
        </p:blipFill>
        <p:spPr>
          <a:xfrm>
            <a:off x="10891304" y="6311458"/>
            <a:ext cx="1300696" cy="52806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19E04293-CE18-444C-7670-4EAA2F873CC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43" t="16083" r="9298" b="37843"/>
          <a:stretch/>
        </p:blipFill>
        <p:spPr>
          <a:xfrm>
            <a:off x="10532268" y="90085"/>
            <a:ext cx="1526381" cy="39818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748D82A4-259B-18EF-7C3B-AB05D6FBF480}"/>
              </a:ext>
            </a:extLst>
          </p:cNvPr>
          <p:cNvCxnSpPr>
            <a:cxnSpLocks/>
          </p:cNvCxnSpPr>
          <p:nvPr/>
        </p:nvCxnSpPr>
        <p:spPr>
          <a:xfrm flipV="1">
            <a:off x="87088" y="514286"/>
            <a:ext cx="10540580" cy="31293"/>
          </a:xfrm>
          <a:prstGeom prst="line">
            <a:avLst/>
          </a:prstGeom>
          <a:noFill/>
          <a:ln w="57150" cap="flat">
            <a:solidFill>
              <a:srgbClr val="FFCB05"/>
            </a:solidFill>
            <a:prstDash val="solid"/>
            <a:round/>
          </a:ln>
          <a:effectLst/>
          <a:sp3d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DB9EAA5D-31D5-C013-E09C-B9EE656E17A6}"/>
              </a:ext>
            </a:extLst>
          </p:cNvPr>
          <p:cNvSpPr txBox="1">
            <a:spLocks/>
          </p:cNvSpPr>
          <p:nvPr/>
        </p:nvSpPr>
        <p:spPr>
          <a:xfrm>
            <a:off x="599249" y="-12040"/>
            <a:ext cx="9933019" cy="5215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1" dirty="0"/>
              <a:t>RAPPORT PHOTO </a:t>
            </a:r>
            <a:r>
              <a:rPr lang="fr-FR" sz="3200" b="1" dirty="0" smtClean="0"/>
              <a:t>X01-H04</a:t>
            </a:r>
            <a:endParaRPr lang="fr-FR" sz="3200" b="1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1FB8E064-C808-4FDD-0C89-767B2E333075}"/>
              </a:ext>
            </a:extLst>
          </p:cNvPr>
          <p:cNvSpPr txBox="1"/>
          <p:nvPr/>
        </p:nvSpPr>
        <p:spPr>
          <a:xfrm>
            <a:off x="183209" y="610262"/>
            <a:ext cx="1070809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 BOX E03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2A8DCF-F7E6-759B-CF38-BFEFADFEE6F6}"/>
              </a:ext>
            </a:extLst>
          </p:cNvPr>
          <p:cNvSpPr/>
          <p:nvPr/>
        </p:nvSpPr>
        <p:spPr>
          <a:xfrm>
            <a:off x="1006282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DU SUBBOX AVEC LA NOMMENCLATIRE BIEN VISIBLE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E0E534A-56EF-8B75-1CCB-E0D2875DEB80}"/>
              </a:ext>
            </a:extLst>
          </p:cNvPr>
          <p:cNvSpPr/>
          <p:nvPr/>
        </p:nvSpPr>
        <p:spPr>
          <a:xfrm>
            <a:off x="7732068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L’ETIQUETTE AU SUBBOX</a:t>
            </a:r>
          </a:p>
          <a:p>
            <a:pPr algn="ctr"/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BDB2429-F5CD-DDEF-DCC4-5851A7972552}"/>
              </a:ext>
            </a:extLst>
          </p:cNvPr>
          <p:cNvSpPr txBox="1"/>
          <p:nvPr/>
        </p:nvSpPr>
        <p:spPr>
          <a:xfrm>
            <a:off x="6923902" y="1332538"/>
            <a:ext cx="437155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PUISSANCE EN 1550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9FA3079-1F6E-027C-3C41-648DCCAE85E5}"/>
              </a:ext>
            </a:extLst>
          </p:cNvPr>
          <p:cNvSpPr txBox="1"/>
          <p:nvPr/>
        </p:nvSpPr>
        <p:spPr>
          <a:xfrm>
            <a:off x="353540" y="1337635"/>
            <a:ext cx="420108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PUISSANCE EN 1490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488E221-73E5-B28C-4587-62D8BF9859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3209" y="116443"/>
            <a:ext cx="920576" cy="49381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079" y="1701869"/>
            <a:ext cx="2890804" cy="4178151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69" y="1807688"/>
            <a:ext cx="2895600" cy="407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719337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3B405-5BEF-0113-08F8-A4443A32E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168AD86F-3EAC-E86F-14F6-BA99BEB4D83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8" name="think-cell Slide" r:id="rId5" imgW="405" imgH="405" progId="TCLayout.ActiveDocument.1">
                  <p:embed/>
                </p:oleObj>
              </mc:Choice>
              <mc:Fallback>
                <p:oleObj name="think-cell Slide" r:id="rId5" imgW="405" imgH="405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E9D85B-AF93-2B07-A892-1DEAF710BE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FDF5170A-C3CD-A704-6F98-79792B1835A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050" t="45686" r="15645" b="13676"/>
          <a:stretch/>
        </p:blipFill>
        <p:spPr>
          <a:xfrm>
            <a:off x="10891304" y="6311458"/>
            <a:ext cx="1300696" cy="52806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F45A4F38-4731-A5A5-C215-0817B044B9A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43" t="16083" r="9298" b="37843"/>
          <a:stretch/>
        </p:blipFill>
        <p:spPr>
          <a:xfrm>
            <a:off x="10532268" y="90085"/>
            <a:ext cx="1526381" cy="39818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53EB9CF7-2F55-2793-63FB-1CC303FB90E5}"/>
              </a:ext>
            </a:extLst>
          </p:cNvPr>
          <p:cNvCxnSpPr>
            <a:cxnSpLocks/>
          </p:cNvCxnSpPr>
          <p:nvPr/>
        </p:nvCxnSpPr>
        <p:spPr>
          <a:xfrm flipV="1">
            <a:off x="87088" y="514286"/>
            <a:ext cx="10540580" cy="31293"/>
          </a:xfrm>
          <a:prstGeom prst="line">
            <a:avLst/>
          </a:prstGeom>
          <a:noFill/>
          <a:ln w="57150" cap="flat">
            <a:solidFill>
              <a:srgbClr val="FFCB05"/>
            </a:solidFill>
            <a:prstDash val="solid"/>
            <a:round/>
          </a:ln>
          <a:effectLst/>
          <a:sp3d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2973BCC0-AB40-0048-1C78-D09BCEE86C5A}"/>
              </a:ext>
            </a:extLst>
          </p:cNvPr>
          <p:cNvSpPr txBox="1">
            <a:spLocks/>
          </p:cNvSpPr>
          <p:nvPr/>
        </p:nvSpPr>
        <p:spPr>
          <a:xfrm>
            <a:off x="599249" y="-12040"/>
            <a:ext cx="9933019" cy="5215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1" dirty="0"/>
              <a:t>RAPPORT PHOTO </a:t>
            </a:r>
            <a:r>
              <a:rPr lang="fr-FR" sz="3200" b="1" dirty="0" smtClean="0"/>
              <a:t>X01-H04</a:t>
            </a:r>
            <a:endParaRPr lang="fr-FR" sz="3200" b="1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44D8E8FF-92A5-6449-6850-5D4FC6D7C580}"/>
              </a:ext>
            </a:extLst>
          </p:cNvPr>
          <p:cNvSpPr txBox="1"/>
          <p:nvPr/>
        </p:nvSpPr>
        <p:spPr>
          <a:xfrm>
            <a:off x="183209" y="648026"/>
            <a:ext cx="1070809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BOX E03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54923E-26F8-3B72-87C5-8F7B8AB3AA63}"/>
              </a:ext>
            </a:extLst>
          </p:cNvPr>
          <p:cNvSpPr/>
          <p:nvPr/>
        </p:nvSpPr>
        <p:spPr>
          <a:xfrm>
            <a:off x="964137" y="1996466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PUISSANCE BIEN VISIBLE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181D760-2B1B-A1B9-7836-48EF9CB64D69}"/>
              </a:ext>
            </a:extLst>
          </p:cNvPr>
          <p:cNvSpPr/>
          <p:nvPr/>
        </p:nvSpPr>
        <p:spPr>
          <a:xfrm>
            <a:off x="7732068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PUISSANCE BIEN VISIBLE 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B9E4F761-5FF0-49CB-B617-349346728D19}"/>
              </a:ext>
            </a:extLst>
          </p:cNvPr>
          <p:cNvSpPr txBox="1"/>
          <p:nvPr/>
        </p:nvSpPr>
        <p:spPr>
          <a:xfrm>
            <a:off x="353540" y="1337635"/>
            <a:ext cx="420108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DU SUBBOX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5E88A3F7-37EB-3295-784A-A5A773CED890}"/>
              </a:ext>
            </a:extLst>
          </p:cNvPr>
          <p:cNvSpPr txBox="1"/>
          <p:nvPr/>
        </p:nvSpPr>
        <p:spPr>
          <a:xfrm>
            <a:off x="6923902" y="1332538"/>
            <a:ext cx="437155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L’ETIQUETTE AU SUBBOX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BE062A9-FC5D-A2C9-C8D2-8BE852F7F1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61" y="36113"/>
            <a:ext cx="920576" cy="493819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37" y="1996465"/>
            <a:ext cx="2895600" cy="4072333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69" y="1807687"/>
            <a:ext cx="2895600" cy="407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303546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7A6EE-F0A2-2D4B-BF61-63E2BF2F5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879814AF-1F15-9615-B866-E95D3A823A8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1" name="think-cell Slide" r:id="rId5" imgW="405" imgH="405" progId="TCLayout.ActiveDocument.1">
                  <p:embed/>
                </p:oleObj>
              </mc:Choice>
              <mc:Fallback>
                <p:oleObj name="think-cell Slide" r:id="rId5" imgW="405" imgH="405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D03B9C7-A2C3-006C-3272-A242599339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D8FCFD75-4D29-3321-5937-374920B6DAD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050" t="45686" r="15645" b="13676"/>
          <a:stretch/>
        </p:blipFill>
        <p:spPr>
          <a:xfrm>
            <a:off x="10891304" y="6311458"/>
            <a:ext cx="1300696" cy="52806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7177F4B7-C144-941E-2DBF-9A4621B8C75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43" t="16083" r="9298" b="37843"/>
          <a:stretch/>
        </p:blipFill>
        <p:spPr>
          <a:xfrm>
            <a:off x="10532268" y="90085"/>
            <a:ext cx="1526381" cy="39818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9A0FC185-93B2-3E12-19E4-772E8A8A7DC4}"/>
              </a:ext>
            </a:extLst>
          </p:cNvPr>
          <p:cNvCxnSpPr>
            <a:cxnSpLocks/>
          </p:cNvCxnSpPr>
          <p:nvPr/>
        </p:nvCxnSpPr>
        <p:spPr>
          <a:xfrm flipV="1">
            <a:off x="87088" y="514286"/>
            <a:ext cx="10540580" cy="31293"/>
          </a:xfrm>
          <a:prstGeom prst="line">
            <a:avLst/>
          </a:prstGeom>
          <a:noFill/>
          <a:ln w="57150" cap="flat">
            <a:solidFill>
              <a:srgbClr val="FFCB05"/>
            </a:solidFill>
            <a:prstDash val="solid"/>
            <a:round/>
          </a:ln>
          <a:effectLst/>
          <a:sp3d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0E2876A0-8FC2-E324-8B3B-C68DC89C0B9F}"/>
              </a:ext>
            </a:extLst>
          </p:cNvPr>
          <p:cNvSpPr txBox="1">
            <a:spLocks/>
          </p:cNvSpPr>
          <p:nvPr/>
        </p:nvSpPr>
        <p:spPr>
          <a:xfrm>
            <a:off x="599249" y="-12040"/>
            <a:ext cx="9933019" cy="5215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1" dirty="0"/>
              <a:t>RAPPORT PHOTO </a:t>
            </a:r>
            <a:r>
              <a:rPr lang="fr-FR" sz="3200" b="1" dirty="0" smtClean="0"/>
              <a:t>X01-H04</a:t>
            </a:r>
            <a:endParaRPr lang="fr-FR" sz="3200" b="1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3D35E761-AC38-9148-5532-4D6F106FE71C}"/>
              </a:ext>
            </a:extLst>
          </p:cNvPr>
          <p:cNvSpPr txBox="1"/>
          <p:nvPr/>
        </p:nvSpPr>
        <p:spPr>
          <a:xfrm>
            <a:off x="183209" y="610262"/>
            <a:ext cx="1070809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 BOX S10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44A4ACC-DCE7-5330-1E0A-A7C10B4B0B77}"/>
              </a:ext>
            </a:extLst>
          </p:cNvPr>
          <p:cNvSpPr/>
          <p:nvPr/>
        </p:nvSpPr>
        <p:spPr>
          <a:xfrm>
            <a:off x="1006282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DU SUBBOX AVEC LA NOMMENCLATIRE BIEN VISIBLE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07FC211-9A7A-DB85-8FC5-FEFA901FE2BB}"/>
              </a:ext>
            </a:extLst>
          </p:cNvPr>
          <p:cNvSpPr/>
          <p:nvPr/>
        </p:nvSpPr>
        <p:spPr>
          <a:xfrm>
            <a:off x="7732068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L’ETIQUETTE AU SUBBOX</a:t>
            </a:r>
          </a:p>
          <a:p>
            <a:pPr algn="ctr"/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5EEA9D7-B932-7F6E-9234-28F634890FAD}"/>
              </a:ext>
            </a:extLst>
          </p:cNvPr>
          <p:cNvSpPr txBox="1"/>
          <p:nvPr/>
        </p:nvSpPr>
        <p:spPr>
          <a:xfrm>
            <a:off x="6923902" y="1332538"/>
            <a:ext cx="437155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L’ETIQUETTE AU SUBBOX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8C0CB2F-7370-3E06-7DB2-132FAA420DF6}"/>
              </a:ext>
            </a:extLst>
          </p:cNvPr>
          <p:cNvSpPr txBox="1"/>
          <p:nvPr/>
        </p:nvSpPr>
        <p:spPr>
          <a:xfrm>
            <a:off x="353540" y="1337635"/>
            <a:ext cx="420108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DU SUBBOX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208A1E7-4848-F3E0-4F38-9F3840332D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3209" y="116443"/>
            <a:ext cx="920576" cy="49381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82" y="1807687"/>
            <a:ext cx="2895600" cy="4072333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67" y="1807687"/>
            <a:ext cx="2895601" cy="407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29250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C1032-0905-7ABC-66D1-76718A492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48BCC0D8-EEB2-F1DB-E41A-56931DA4E9E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6" name="think-cell Slide" r:id="rId5" imgW="405" imgH="405" progId="TCLayout.ActiveDocument.1">
                  <p:embed/>
                </p:oleObj>
              </mc:Choice>
              <mc:Fallback>
                <p:oleObj name="think-cell Slide" r:id="rId5" imgW="405" imgH="405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785D7F5-0BA7-75BB-394E-3DB230D9AC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297D4CD8-4AF6-94D4-0692-12223D42155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050" t="45686" r="15645" b="13676"/>
          <a:stretch/>
        </p:blipFill>
        <p:spPr>
          <a:xfrm>
            <a:off x="10891304" y="6311458"/>
            <a:ext cx="1300696" cy="52806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F47F6966-884F-1B0D-49AA-429E8A3E96A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43" t="16083" r="9298" b="37843"/>
          <a:stretch/>
        </p:blipFill>
        <p:spPr>
          <a:xfrm>
            <a:off x="10532268" y="90085"/>
            <a:ext cx="1526381" cy="39818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173DB27D-B275-D868-C615-90D1936491DF}"/>
              </a:ext>
            </a:extLst>
          </p:cNvPr>
          <p:cNvCxnSpPr>
            <a:cxnSpLocks/>
          </p:cNvCxnSpPr>
          <p:nvPr/>
        </p:nvCxnSpPr>
        <p:spPr>
          <a:xfrm flipV="1">
            <a:off x="87088" y="514286"/>
            <a:ext cx="10540580" cy="31293"/>
          </a:xfrm>
          <a:prstGeom prst="line">
            <a:avLst/>
          </a:prstGeom>
          <a:noFill/>
          <a:ln w="57150" cap="flat">
            <a:solidFill>
              <a:srgbClr val="FFCB05"/>
            </a:solidFill>
            <a:prstDash val="solid"/>
            <a:round/>
          </a:ln>
          <a:effectLst/>
          <a:sp3d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64072BB9-D5CC-8D39-23A3-AAF3556A35EA}"/>
              </a:ext>
            </a:extLst>
          </p:cNvPr>
          <p:cNvSpPr txBox="1">
            <a:spLocks/>
          </p:cNvSpPr>
          <p:nvPr/>
        </p:nvSpPr>
        <p:spPr>
          <a:xfrm>
            <a:off x="599249" y="-12040"/>
            <a:ext cx="9933019" cy="5215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1" dirty="0"/>
              <a:t>RAPPORT PHOTO </a:t>
            </a:r>
            <a:r>
              <a:rPr lang="fr-FR" sz="3200" b="1" dirty="0" smtClean="0"/>
              <a:t>X01-H04</a:t>
            </a:r>
            <a:endParaRPr lang="fr-FR" sz="3200" b="1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857E15EE-6064-F2AA-4AC4-61093707BEA7}"/>
              </a:ext>
            </a:extLst>
          </p:cNvPr>
          <p:cNvSpPr txBox="1"/>
          <p:nvPr/>
        </p:nvSpPr>
        <p:spPr>
          <a:xfrm>
            <a:off x="183209" y="648026"/>
            <a:ext cx="1070809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 BOX S10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1E901C-FC59-3A5B-3138-1CE187CD461A}"/>
              </a:ext>
            </a:extLst>
          </p:cNvPr>
          <p:cNvSpPr/>
          <p:nvPr/>
        </p:nvSpPr>
        <p:spPr>
          <a:xfrm>
            <a:off x="964137" y="1996466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PUISSANCE BIEN VISIBLE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6208C66-14BE-6814-C252-3AF61365B437}"/>
              </a:ext>
            </a:extLst>
          </p:cNvPr>
          <p:cNvSpPr/>
          <p:nvPr/>
        </p:nvSpPr>
        <p:spPr>
          <a:xfrm>
            <a:off x="7732068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PUISSANCE BIEN VISIBLE 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BE1B5F28-587C-869D-6AC3-CAA74AE6699A}"/>
              </a:ext>
            </a:extLst>
          </p:cNvPr>
          <p:cNvSpPr txBox="1"/>
          <p:nvPr/>
        </p:nvSpPr>
        <p:spPr>
          <a:xfrm>
            <a:off x="353540" y="1337635"/>
            <a:ext cx="420108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PUISSANCE EN 1490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AAF1D28F-59AA-846F-9E83-66858815517B}"/>
              </a:ext>
            </a:extLst>
          </p:cNvPr>
          <p:cNvSpPr txBox="1"/>
          <p:nvPr/>
        </p:nvSpPr>
        <p:spPr>
          <a:xfrm>
            <a:off x="6923902" y="1332538"/>
            <a:ext cx="437155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PUISSANCE EN 1550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CC6287DD-ED7E-5D62-1007-9B439A819F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61" y="36113"/>
            <a:ext cx="920576" cy="493819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69" y="1807688"/>
            <a:ext cx="2895600" cy="4072332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37" y="1996465"/>
            <a:ext cx="2895600" cy="407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931710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942BD-EACC-7D0F-0469-60D5B8FE2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A55F1C38-ADB7-F1C3-8BC6-0AD2FC09352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9" name="think-cell Slide" r:id="rId5" imgW="405" imgH="405" progId="TCLayout.ActiveDocument.1">
                  <p:embed/>
                </p:oleObj>
              </mc:Choice>
              <mc:Fallback>
                <p:oleObj name="think-cell Slide" r:id="rId5" imgW="405" imgH="405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D03B9C7-A2C3-006C-3272-A242599339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1EF3820E-7C69-973E-B5E1-85C3ACF7C1F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050" t="45686" r="15645" b="13676"/>
          <a:stretch/>
        </p:blipFill>
        <p:spPr>
          <a:xfrm>
            <a:off x="10891304" y="6311458"/>
            <a:ext cx="1300696" cy="52806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8C1893FF-1304-F669-9E50-D63141A4D77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43" t="16083" r="9298" b="37843"/>
          <a:stretch/>
        </p:blipFill>
        <p:spPr>
          <a:xfrm>
            <a:off x="10532268" y="90085"/>
            <a:ext cx="1526381" cy="39818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CB92AD8F-12A5-ACB5-1F63-D1743DC4E222}"/>
              </a:ext>
            </a:extLst>
          </p:cNvPr>
          <p:cNvCxnSpPr>
            <a:cxnSpLocks/>
          </p:cNvCxnSpPr>
          <p:nvPr/>
        </p:nvCxnSpPr>
        <p:spPr>
          <a:xfrm flipV="1">
            <a:off x="87088" y="514286"/>
            <a:ext cx="10540580" cy="31293"/>
          </a:xfrm>
          <a:prstGeom prst="line">
            <a:avLst/>
          </a:prstGeom>
          <a:noFill/>
          <a:ln w="57150" cap="flat">
            <a:solidFill>
              <a:srgbClr val="FFCB05"/>
            </a:solidFill>
            <a:prstDash val="solid"/>
            <a:round/>
          </a:ln>
          <a:effectLst/>
          <a:sp3d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B258E76A-A928-9BBA-78F5-828CF2D8321E}"/>
              </a:ext>
            </a:extLst>
          </p:cNvPr>
          <p:cNvSpPr txBox="1">
            <a:spLocks/>
          </p:cNvSpPr>
          <p:nvPr/>
        </p:nvSpPr>
        <p:spPr>
          <a:xfrm>
            <a:off x="599249" y="-12040"/>
            <a:ext cx="9933019" cy="5215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1" dirty="0"/>
              <a:t>RAPPORT PHOTO </a:t>
            </a:r>
            <a:r>
              <a:rPr lang="fr-FR" sz="3200" b="1" dirty="0" smtClean="0"/>
              <a:t>X01-H04</a:t>
            </a:r>
            <a:endParaRPr lang="fr-FR" sz="3200" b="1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EE48C570-7D44-479C-6361-DC3B8C9C578B}"/>
              </a:ext>
            </a:extLst>
          </p:cNvPr>
          <p:cNvSpPr txBox="1"/>
          <p:nvPr/>
        </p:nvSpPr>
        <p:spPr>
          <a:xfrm>
            <a:off x="183209" y="610262"/>
            <a:ext cx="1070809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 BOX S11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5B4883E-E618-58FB-C05C-147750CFF49B}"/>
              </a:ext>
            </a:extLst>
          </p:cNvPr>
          <p:cNvSpPr/>
          <p:nvPr/>
        </p:nvSpPr>
        <p:spPr>
          <a:xfrm>
            <a:off x="1006282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DU SUBBOX AVEC LA NOMMENCLATIRE BIEN VISIBLE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441EEFF-13C4-C877-7FE7-E9E9A9C4B78D}"/>
              </a:ext>
            </a:extLst>
          </p:cNvPr>
          <p:cNvSpPr/>
          <p:nvPr/>
        </p:nvSpPr>
        <p:spPr>
          <a:xfrm>
            <a:off x="7732068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L’ETIQUETTE AU SUBBOX</a:t>
            </a:r>
          </a:p>
          <a:p>
            <a:pPr algn="ctr"/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5C00441-EB71-2D30-6FA8-B034DB495A78}"/>
              </a:ext>
            </a:extLst>
          </p:cNvPr>
          <p:cNvSpPr txBox="1"/>
          <p:nvPr/>
        </p:nvSpPr>
        <p:spPr>
          <a:xfrm>
            <a:off x="6923902" y="1332538"/>
            <a:ext cx="437155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L’ETIQUETTE AU SUBBOX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BA39D1C-B9FB-55DD-DF6E-496D55801644}"/>
              </a:ext>
            </a:extLst>
          </p:cNvPr>
          <p:cNvSpPr txBox="1"/>
          <p:nvPr/>
        </p:nvSpPr>
        <p:spPr>
          <a:xfrm>
            <a:off x="353540" y="1337635"/>
            <a:ext cx="420108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DU SUBBOX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0611844-46F1-2930-4B62-FE05D56F13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3209" y="116443"/>
            <a:ext cx="920576" cy="49381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82" y="1807687"/>
            <a:ext cx="2895600" cy="4072333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68" y="1807687"/>
            <a:ext cx="2895600" cy="4072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653266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1C03D-E9AA-0FA4-B0EC-6DD96EEA1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B93828B0-FEE2-2E0F-9340-25EE5263EB5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4" name="think-cell Slide" r:id="rId5" imgW="405" imgH="405" progId="TCLayout.ActiveDocument.1">
                  <p:embed/>
                </p:oleObj>
              </mc:Choice>
              <mc:Fallback>
                <p:oleObj name="think-cell Slide" r:id="rId5" imgW="405" imgH="405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785D7F5-0BA7-75BB-394E-3DB230D9AC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8C50C39F-4C2C-B189-3751-5009398CB79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050" t="45686" r="15645" b="13676"/>
          <a:stretch/>
        </p:blipFill>
        <p:spPr>
          <a:xfrm>
            <a:off x="10891304" y="6311458"/>
            <a:ext cx="1300696" cy="52806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124D9B7C-8E79-08C2-782C-69FD3932F8F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43" t="16083" r="9298" b="37843"/>
          <a:stretch/>
        </p:blipFill>
        <p:spPr>
          <a:xfrm>
            <a:off x="10532268" y="90085"/>
            <a:ext cx="1526381" cy="39818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0E02D41B-A10C-4049-CF1F-BC1A1A829E91}"/>
              </a:ext>
            </a:extLst>
          </p:cNvPr>
          <p:cNvCxnSpPr>
            <a:cxnSpLocks/>
          </p:cNvCxnSpPr>
          <p:nvPr/>
        </p:nvCxnSpPr>
        <p:spPr>
          <a:xfrm flipV="1">
            <a:off x="87088" y="514286"/>
            <a:ext cx="10540580" cy="31293"/>
          </a:xfrm>
          <a:prstGeom prst="line">
            <a:avLst/>
          </a:prstGeom>
          <a:noFill/>
          <a:ln w="57150" cap="flat">
            <a:solidFill>
              <a:srgbClr val="FFCB05"/>
            </a:solidFill>
            <a:prstDash val="solid"/>
            <a:round/>
          </a:ln>
          <a:effectLst/>
          <a:sp3d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8E81776F-55FA-7C92-CBA5-04797BAB5D25}"/>
              </a:ext>
            </a:extLst>
          </p:cNvPr>
          <p:cNvSpPr txBox="1">
            <a:spLocks/>
          </p:cNvSpPr>
          <p:nvPr/>
        </p:nvSpPr>
        <p:spPr>
          <a:xfrm>
            <a:off x="599249" y="-12040"/>
            <a:ext cx="9933019" cy="5215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1" dirty="0"/>
              <a:t>RAPPORT PHOTO </a:t>
            </a:r>
            <a:r>
              <a:rPr lang="fr-FR" sz="3200" b="1" dirty="0" smtClean="0"/>
              <a:t>X01-H04</a:t>
            </a:r>
            <a:endParaRPr lang="fr-FR" sz="3200" b="1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20CD5B07-9403-1F27-CB82-1DFB54895FA9}"/>
              </a:ext>
            </a:extLst>
          </p:cNvPr>
          <p:cNvSpPr txBox="1"/>
          <p:nvPr/>
        </p:nvSpPr>
        <p:spPr>
          <a:xfrm>
            <a:off x="183209" y="648026"/>
            <a:ext cx="1070809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 BOX S11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4029E64-E308-B290-491C-6AC6DD67BD25}"/>
              </a:ext>
            </a:extLst>
          </p:cNvPr>
          <p:cNvSpPr/>
          <p:nvPr/>
        </p:nvSpPr>
        <p:spPr>
          <a:xfrm>
            <a:off x="964137" y="1996466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PUISSANCE BIEN VISIBLE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094B197-2CA9-F180-846C-2583D967759D}"/>
              </a:ext>
            </a:extLst>
          </p:cNvPr>
          <p:cNvSpPr/>
          <p:nvPr/>
        </p:nvSpPr>
        <p:spPr>
          <a:xfrm>
            <a:off x="7732068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PUISSANCE BIEN VISIBLE 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F5691C8-5880-F2FC-A630-F227C2CDFB43}"/>
              </a:ext>
            </a:extLst>
          </p:cNvPr>
          <p:cNvSpPr txBox="1"/>
          <p:nvPr/>
        </p:nvSpPr>
        <p:spPr>
          <a:xfrm>
            <a:off x="353540" y="1337635"/>
            <a:ext cx="420108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PUISSANCE EN 1490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91539BA7-1D92-DF29-A1A6-89E980AF9036}"/>
              </a:ext>
            </a:extLst>
          </p:cNvPr>
          <p:cNvSpPr txBox="1"/>
          <p:nvPr/>
        </p:nvSpPr>
        <p:spPr>
          <a:xfrm>
            <a:off x="6923902" y="1332538"/>
            <a:ext cx="437155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PUISSANCE EN 1550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CD06570B-26C2-003B-016C-76CE4B374F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61" y="36113"/>
            <a:ext cx="920576" cy="493819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68" y="1807687"/>
            <a:ext cx="2895600" cy="4072333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36" y="1996466"/>
            <a:ext cx="2895601" cy="407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224492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2AF41-D488-54E2-6755-3B83598BD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AD03B9C7-A2C3-006C-3272-A242599339E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7" name="think-cell Slide" r:id="rId5" imgW="405" imgH="405" progId="TCLayout.ActiveDocument.1">
                  <p:embed/>
                </p:oleObj>
              </mc:Choice>
              <mc:Fallback>
                <p:oleObj name="think-cell Slide" r:id="rId5" imgW="405" imgH="405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51E8E0-9853-5687-7773-4AF0CA8220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2633BFCA-05BE-DA1F-1384-CAD5E4E57FE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050" t="45686" r="15645" b="13676"/>
          <a:stretch/>
        </p:blipFill>
        <p:spPr>
          <a:xfrm>
            <a:off x="10891304" y="6311458"/>
            <a:ext cx="1300696" cy="52806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7172E8DC-1712-012D-C0EB-2AB8449B80E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43" t="16083" r="9298" b="37843"/>
          <a:stretch/>
        </p:blipFill>
        <p:spPr>
          <a:xfrm>
            <a:off x="10532268" y="90085"/>
            <a:ext cx="1526381" cy="39818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F360E7C7-2B04-97C7-C8AA-A91215B621E8}"/>
              </a:ext>
            </a:extLst>
          </p:cNvPr>
          <p:cNvCxnSpPr>
            <a:cxnSpLocks/>
          </p:cNvCxnSpPr>
          <p:nvPr/>
        </p:nvCxnSpPr>
        <p:spPr>
          <a:xfrm flipV="1">
            <a:off x="87088" y="514286"/>
            <a:ext cx="10540580" cy="31293"/>
          </a:xfrm>
          <a:prstGeom prst="line">
            <a:avLst/>
          </a:prstGeom>
          <a:noFill/>
          <a:ln w="57150" cap="flat">
            <a:solidFill>
              <a:srgbClr val="FFCB05"/>
            </a:solidFill>
            <a:prstDash val="solid"/>
            <a:round/>
          </a:ln>
          <a:effectLst/>
          <a:sp3d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FB43BD29-B9D1-7C67-3C1E-6B83BFAD7154}"/>
              </a:ext>
            </a:extLst>
          </p:cNvPr>
          <p:cNvSpPr txBox="1">
            <a:spLocks/>
          </p:cNvSpPr>
          <p:nvPr/>
        </p:nvSpPr>
        <p:spPr>
          <a:xfrm>
            <a:off x="599249" y="-12040"/>
            <a:ext cx="9933019" cy="5215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1" dirty="0"/>
              <a:t>RAPPORT PHOTO </a:t>
            </a:r>
            <a:r>
              <a:rPr lang="fr-FR" sz="3200" b="1" dirty="0" smtClean="0"/>
              <a:t>X01-H04</a:t>
            </a:r>
            <a:endParaRPr lang="fr-FR" sz="3200" b="1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368AAFE8-6AFB-876B-8B6D-A904AA4127EA}"/>
              </a:ext>
            </a:extLst>
          </p:cNvPr>
          <p:cNvSpPr txBox="1"/>
          <p:nvPr/>
        </p:nvSpPr>
        <p:spPr>
          <a:xfrm>
            <a:off x="183209" y="610262"/>
            <a:ext cx="1070809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 BOX S12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CB158C4-F435-2832-4BC5-5ABB15E7A3C3}"/>
              </a:ext>
            </a:extLst>
          </p:cNvPr>
          <p:cNvSpPr/>
          <p:nvPr/>
        </p:nvSpPr>
        <p:spPr>
          <a:xfrm>
            <a:off x="1006282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DU SUBBOX AVEC LA NOMMENCLATIRE BIEN VISIBLE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2711421-241E-39FB-B0D4-2D76906E0545}"/>
              </a:ext>
            </a:extLst>
          </p:cNvPr>
          <p:cNvSpPr/>
          <p:nvPr/>
        </p:nvSpPr>
        <p:spPr>
          <a:xfrm>
            <a:off x="7732068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L’ETIQUETTE AU SUBBOX</a:t>
            </a:r>
          </a:p>
          <a:p>
            <a:pPr algn="ctr"/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61B836F-4217-6F1B-5E7C-6A8C39059494}"/>
              </a:ext>
            </a:extLst>
          </p:cNvPr>
          <p:cNvSpPr txBox="1"/>
          <p:nvPr/>
        </p:nvSpPr>
        <p:spPr>
          <a:xfrm>
            <a:off x="6923902" y="1332538"/>
            <a:ext cx="437155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L’ETIQUETTE AU SUBBOX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D644C24-176C-0384-D893-077BA6FC6D82}"/>
              </a:ext>
            </a:extLst>
          </p:cNvPr>
          <p:cNvSpPr txBox="1"/>
          <p:nvPr/>
        </p:nvSpPr>
        <p:spPr>
          <a:xfrm>
            <a:off x="353540" y="1337635"/>
            <a:ext cx="420108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DU SUBBOX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32D4CAC-2DFE-D866-7101-09DAAB0F14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3209" y="116443"/>
            <a:ext cx="920576" cy="49381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82" y="1807688"/>
            <a:ext cx="2895600" cy="4072332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68" y="1807688"/>
            <a:ext cx="2895600" cy="415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785334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99458-728F-7500-7856-AFA95A061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5785D7F5-0BA7-75BB-394E-3DB230D9AC0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1" name="think-cell Slide" r:id="rId5" imgW="405" imgH="405" progId="TCLayout.ActiveDocument.1">
                  <p:embed/>
                </p:oleObj>
              </mc:Choice>
              <mc:Fallback>
                <p:oleObj name="think-cell Slide" r:id="rId5" imgW="405" imgH="405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E9D85B-AF93-2B07-A892-1DEAF710BE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2757DD06-04AA-196A-8917-60FB6C3CA09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050" t="45686" r="15645" b="13676"/>
          <a:stretch/>
        </p:blipFill>
        <p:spPr>
          <a:xfrm>
            <a:off x="10891304" y="6311458"/>
            <a:ext cx="1300696" cy="52806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FCBABD20-9F82-761E-E9F9-E4D1A537ABD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43" t="16083" r="9298" b="37843"/>
          <a:stretch/>
        </p:blipFill>
        <p:spPr>
          <a:xfrm>
            <a:off x="10532268" y="90085"/>
            <a:ext cx="1526381" cy="39818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20B2F5D2-C172-67DB-6AD4-CD7904B69AFA}"/>
              </a:ext>
            </a:extLst>
          </p:cNvPr>
          <p:cNvCxnSpPr>
            <a:cxnSpLocks/>
          </p:cNvCxnSpPr>
          <p:nvPr/>
        </p:nvCxnSpPr>
        <p:spPr>
          <a:xfrm flipV="1">
            <a:off x="87088" y="514286"/>
            <a:ext cx="10540580" cy="31293"/>
          </a:xfrm>
          <a:prstGeom prst="line">
            <a:avLst/>
          </a:prstGeom>
          <a:noFill/>
          <a:ln w="57150" cap="flat">
            <a:solidFill>
              <a:srgbClr val="FFCB05"/>
            </a:solidFill>
            <a:prstDash val="solid"/>
            <a:round/>
          </a:ln>
          <a:effectLst/>
          <a:sp3d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9E62BA89-9463-2C92-6E7C-17374DE3CAA9}"/>
              </a:ext>
            </a:extLst>
          </p:cNvPr>
          <p:cNvSpPr txBox="1">
            <a:spLocks/>
          </p:cNvSpPr>
          <p:nvPr/>
        </p:nvSpPr>
        <p:spPr>
          <a:xfrm>
            <a:off x="599249" y="-12040"/>
            <a:ext cx="9933019" cy="5215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1" dirty="0"/>
              <a:t>RAPPORT PHOTO </a:t>
            </a:r>
            <a:r>
              <a:rPr lang="fr-FR" sz="3200" b="1" dirty="0" smtClean="0"/>
              <a:t>X01-H04</a:t>
            </a:r>
            <a:endParaRPr lang="fr-FR" sz="3200" b="1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EC1CA7FC-F91C-D413-F038-C1EB2BC8076D}"/>
              </a:ext>
            </a:extLst>
          </p:cNvPr>
          <p:cNvSpPr txBox="1"/>
          <p:nvPr/>
        </p:nvSpPr>
        <p:spPr>
          <a:xfrm>
            <a:off x="183209" y="648026"/>
            <a:ext cx="1070809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 BOX S12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2E879A-D9FD-C3B7-9CFB-C0E5E67C4D9F}"/>
              </a:ext>
            </a:extLst>
          </p:cNvPr>
          <p:cNvSpPr/>
          <p:nvPr/>
        </p:nvSpPr>
        <p:spPr>
          <a:xfrm>
            <a:off x="964137" y="1996466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PUISSANCE BIEN VISIBLE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4C5EAB5-28C3-9096-99EB-0729AA976FAF}"/>
              </a:ext>
            </a:extLst>
          </p:cNvPr>
          <p:cNvSpPr/>
          <p:nvPr/>
        </p:nvSpPr>
        <p:spPr>
          <a:xfrm>
            <a:off x="7732068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PUISSANCE BIEN VISIBLE 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C73102A9-22F8-379D-6BAB-770A56EF0281}"/>
              </a:ext>
            </a:extLst>
          </p:cNvPr>
          <p:cNvSpPr txBox="1"/>
          <p:nvPr/>
        </p:nvSpPr>
        <p:spPr>
          <a:xfrm>
            <a:off x="353540" y="1337635"/>
            <a:ext cx="420108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PUISSANCE EN 1490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7E208FF0-9D09-EC98-92C6-CAB95471ACF4}"/>
              </a:ext>
            </a:extLst>
          </p:cNvPr>
          <p:cNvSpPr txBox="1"/>
          <p:nvPr/>
        </p:nvSpPr>
        <p:spPr>
          <a:xfrm>
            <a:off x="6923902" y="1332538"/>
            <a:ext cx="437155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PUISSANCE EN 1550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4E29965-0584-AB92-4BF9-8FA414C234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61" y="36113"/>
            <a:ext cx="920576" cy="493819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68" y="1807688"/>
            <a:ext cx="2895600" cy="4072332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36" y="1996466"/>
            <a:ext cx="2895601" cy="407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264843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A4898-2E0B-13BB-0001-276F55ACA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973F60A3-50AB-B17E-76C8-5A5427611A7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5" name="think-cell Slide" r:id="rId5" imgW="405" imgH="405" progId="TCLayout.ActiveDocument.1">
                  <p:embed/>
                </p:oleObj>
              </mc:Choice>
              <mc:Fallback>
                <p:oleObj name="think-cell Slide" r:id="rId5" imgW="405" imgH="405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015B501-2377-1FF5-3D4F-053AAF8B1C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A0BB0487-488D-2B0D-CA4A-027EDB10914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050" t="45686" r="15645" b="13676"/>
          <a:stretch/>
        </p:blipFill>
        <p:spPr>
          <a:xfrm>
            <a:off x="10891304" y="6311458"/>
            <a:ext cx="1300696" cy="52806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A8ADC87D-2AAD-0967-30E6-ABF688D6965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43" t="16083" r="9298" b="37843"/>
          <a:stretch/>
        </p:blipFill>
        <p:spPr>
          <a:xfrm>
            <a:off x="10532268" y="90085"/>
            <a:ext cx="1526381" cy="39818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AAF3B286-F63F-46B2-AF5E-61CC765B1EB6}"/>
              </a:ext>
            </a:extLst>
          </p:cNvPr>
          <p:cNvCxnSpPr>
            <a:cxnSpLocks/>
          </p:cNvCxnSpPr>
          <p:nvPr/>
        </p:nvCxnSpPr>
        <p:spPr>
          <a:xfrm flipV="1">
            <a:off x="87088" y="514286"/>
            <a:ext cx="10540580" cy="31293"/>
          </a:xfrm>
          <a:prstGeom prst="line">
            <a:avLst/>
          </a:prstGeom>
          <a:noFill/>
          <a:ln w="57150" cap="flat">
            <a:solidFill>
              <a:srgbClr val="FFCB05"/>
            </a:solidFill>
            <a:prstDash val="solid"/>
            <a:round/>
          </a:ln>
          <a:effectLst/>
          <a:sp3d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81A3EC1E-D835-1712-5EB1-747522513A1A}"/>
              </a:ext>
            </a:extLst>
          </p:cNvPr>
          <p:cNvSpPr txBox="1">
            <a:spLocks/>
          </p:cNvSpPr>
          <p:nvPr/>
        </p:nvSpPr>
        <p:spPr>
          <a:xfrm>
            <a:off x="599249" y="-12040"/>
            <a:ext cx="9933019" cy="5215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1" dirty="0"/>
              <a:t>RAPPORT PHOTO </a:t>
            </a:r>
            <a:r>
              <a:rPr lang="fr-FR" sz="3200" b="1" dirty="0" smtClean="0"/>
              <a:t>X01-H04</a:t>
            </a:r>
            <a:endParaRPr lang="fr-FR" sz="3200" b="1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B768D1A-F404-71F8-6421-1B57EF407709}"/>
              </a:ext>
            </a:extLst>
          </p:cNvPr>
          <p:cNvSpPr txBox="1"/>
          <p:nvPr/>
        </p:nvSpPr>
        <p:spPr>
          <a:xfrm>
            <a:off x="183209" y="610262"/>
            <a:ext cx="1070809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 BOX E04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BF67DA-51B3-266C-537D-FCE9CB463169}"/>
              </a:ext>
            </a:extLst>
          </p:cNvPr>
          <p:cNvSpPr/>
          <p:nvPr/>
        </p:nvSpPr>
        <p:spPr>
          <a:xfrm>
            <a:off x="1006282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DU SUBBOX AVEC LA NOMMENCLATIRE BIEN VISIBLE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2079F2B-B08B-E978-8366-EE42CF45123F}"/>
              </a:ext>
            </a:extLst>
          </p:cNvPr>
          <p:cNvSpPr/>
          <p:nvPr/>
        </p:nvSpPr>
        <p:spPr>
          <a:xfrm>
            <a:off x="7732068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L’ETIQUETTE AU SUBBOX</a:t>
            </a:r>
          </a:p>
          <a:p>
            <a:pPr algn="ctr"/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1A48DD5-9F5F-8169-EDB0-63E4AB8DE1C3}"/>
              </a:ext>
            </a:extLst>
          </p:cNvPr>
          <p:cNvSpPr txBox="1"/>
          <p:nvPr/>
        </p:nvSpPr>
        <p:spPr>
          <a:xfrm>
            <a:off x="6923902" y="1332538"/>
            <a:ext cx="437155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L’ETIQUETTE AU SUBBOX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BDD8BF5-3062-5EE9-82A9-0233C357DA35}"/>
              </a:ext>
            </a:extLst>
          </p:cNvPr>
          <p:cNvSpPr txBox="1"/>
          <p:nvPr/>
        </p:nvSpPr>
        <p:spPr>
          <a:xfrm>
            <a:off x="353540" y="1337635"/>
            <a:ext cx="420108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DU SUBBOX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AE413EF-A0F0-AD29-AB09-0AF4D5606B4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3209" y="116443"/>
            <a:ext cx="920576" cy="493819"/>
          </a:xfrm>
          <a:prstGeom prst="rect">
            <a:avLst/>
          </a:prstGeom>
        </p:spPr>
      </p:pic>
      <p:sp>
        <p:nvSpPr>
          <p:cNvPr id="9" name="AutoShape 45" descr="blob:https://web.whatsapp.com/e2b004db-1f23-4412-ab7b-f51b3fc8e4b7">
            <a:extLst>
              <a:ext uri="{FF2B5EF4-FFF2-40B4-BE49-F238E27FC236}">
                <a16:creationId xmlns:a16="http://schemas.microsoft.com/office/drawing/2014/main" id="{6C8BB68C-BD75-C757-BAAF-BB98565279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81" y="1807688"/>
            <a:ext cx="2895601" cy="4072332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68" y="1807687"/>
            <a:ext cx="2895600" cy="407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939038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27FF1-3856-8175-241A-9C15A5633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5FF7D39A-3C4D-2341-49ED-2236CCAE416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9" name="think-cell Slide" r:id="rId5" imgW="405" imgH="405" progId="TCLayout.ActiveDocument.1">
                  <p:embed/>
                </p:oleObj>
              </mc:Choice>
              <mc:Fallback>
                <p:oleObj name="think-cell Slide" r:id="rId5" imgW="405" imgH="405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41C6162-24D9-F4C6-8E64-8EFD71B449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ED07332A-D3ED-D232-1D4F-3B921240348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050" t="45686" r="15645" b="13676"/>
          <a:stretch/>
        </p:blipFill>
        <p:spPr>
          <a:xfrm>
            <a:off x="10891304" y="6311458"/>
            <a:ext cx="1300696" cy="52806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B5F5163E-2131-49B4-19F5-A1ABF25B95C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43" t="16083" r="9298" b="37843"/>
          <a:stretch/>
        </p:blipFill>
        <p:spPr>
          <a:xfrm>
            <a:off x="10532268" y="90085"/>
            <a:ext cx="1526381" cy="39818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60BE5230-4DE8-233F-0C49-6FE9ABCEC301}"/>
              </a:ext>
            </a:extLst>
          </p:cNvPr>
          <p:cNvCxnSpPr>
            <a:cxnSpLocks/>
          </p:cNvCxnSpPr>
          <p:nvPr/>
        </p:nvCxnSpPr>
        <p:spPr>
          <a:xfrm flipV="1">
            <a:off x="87088" y="514286"/>
            <a:ext cx="10540580" cy="31293"/>
          </a:xfrm>
          <a:prstGeom prst="line">
            <a:avLst/>
          </a:prstGeom>
          <a:noFill/>
          <a:ln w="57150" cap="flat">
            <a:solidFill>
              <a:srgbClr val="FFCB05"/>
            </a:solidFill>
            <a:prstDash val="solid"/>
            <a:round/>
          </a:ln>
          <a:effectLst/>
          <a:sp3d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F91E8FCC-EF2B-1FB4-8D15-12834A891A96}"/>
              </a:ext>
            </a:extLst>
          </p:cNvPr>
          <p:cNvSpPr txBox="1">
            <a:spLocks/>
          </p:cNvSpPr>
          <p:nvPr/>
        </p:nvSpPr>
        <p:spPr>
          <a:xfrm>
            <a:off x="599249" y="-12040"/>
            <a:ext cx="9933019" cy="5215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1" dirty="0"/>
              <a:t>RAPPORT PHOTO </a:t>
            </a:r>
            <a:r>
              <a:rPr lang="fr-FR" sz="3200" b="1" dirty="0" smtClean="0"/>
              <a:t>X01-H04</a:t>
            </a:r>
            <a:endParaRPr lang="fr-FR" sz="3200" b="1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EC28F632-EF88-D479-6A8F-8A1B0AD982C1}"/>
              </a:ext>
            </a:extLst>
          </p:cNvPr>
          <p:cNvSpPr txBox="1"/>
          <p:nvPr/>
        </p:nvSpPr>
        <p:spPr>
          <a:xfrm>
            <a:off x="183209" y="610262"/>
            <a:ext cx="1070809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 BOX E04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AFB6D5-B886-A12C-BC31-11EFEF5640EA}"/>
              </a:ext>
            </a:extLst>
          </p:cNvPr>
          <p:cNvSpPr/>
          <p:nvPr/>
        </p:nvSpPr>
        <p:spPr>
          <a:xfrm>
            <a:off x="1006282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DU SUBBOX AVEC LA NOMMENCLATIRE BIEN VISIBLE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1BFAA47-E898-2484-ABCB-D7D04761F740}"/>
              </a:ext>
            </a:extLst>
          </p:cNvPr>
          <p:cNvSpPr/>
          <p:nvPr/>
        </p:nvSpPr>
        <p:spPr>
          <a:xfrm>
            <a:off x="7732068" y="1807688"/>
            <a:ext cx="2895600" cy="4072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PHOTO DE L’ETIQUETTE AU SUBBOX</a:t>
            </a:r>
          </a:p>
          <a:p>
            <a:pPr algn="ctr"/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3D08ED0-87A0-ABA7-DF25-2E1701E2B71B}"/>
              </a:ext>
            </a:extLst>
          </p:cNvPr>
          <p:cNvSpPr txBox="1"/>
          <p:nvPr/>
        </p:nvSpPr>
        <p:spPr>
          <a:xfrm>
            <a:off x="6923902" y="1332538"/>
            <a:ext cx="437155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PUISSANCE EN 1550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F5FCD55-759E-4383-2B84-87833C924D60}"/>
              </a:ext>
            </a:extLst>
          </p:cNvPr>
          <p:cNvSpPr txBox="1"/>
          <p:nvPr/>
        </p:nvSpPr>
        <p:spPr>
          <a:xfrm>
            <a:off x="353540" y="1337635"/>
            <a:ext cx="420108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PHOTO DE PUISSANCE EN 1490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ABFE0A0-680F-F5F7-EBD1-BBDB539F82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3209" y="116443"/>
            <a:ext cx="920576" cy="49381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83" y="1807688"/>
            <a:ext cx="2895600" cy="4072332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67" y="1807688"/>
            <a:ext cx="2895601" cy="407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416882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8020B-09D7-D6B7-5029-54C97AFD4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5407C96-3F06-6329-1383-68C728558A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97171" y="2394104"/>
            <a:ext cx="5597657" cy="2069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643064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2602</TotalTime>
  <Words>927</Words>
  <Application>Microsoft Office PowerPoint</Application>
  <PresentationFormat>Grand écran</PresentationFormat>
  <Paragraphs>240</Paragraphs>
  <Slides>35</Slides>
  <Notes>33</Notes>
  <HiddenSlides>0</HiddenSlides>
  <MMClips>0</MMClips>
  <ScaleCrop>false</ScaleCrop>
  <HeadingPairs>
    <vt:vector size="8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46" baseType="lpstr">
      <vt:lpstr>Aptos</vt:lpstr>
      <vt:lpstr>Aptos Display</vt:lpstr>
      <vt:lpstr>Arial</vt:lpstr>
      <vt:lpstr>Calibri</vt:lpstr>
      <vt:lpstr>Century Gothic</vt:lpstr>
      <vt:lpstr>MTN Brighter Sans</vt:lpstr>
      <vt:lpstr>MTN Brighter Sans Bold</vt:lpstr>
      <vt:lpstr>MTN Brighter Sans ExtraBold</vt:lpstr>
      <vt:lpstr>Times New Roman</vt:lpstr>
      <vt:lpstr>Thème Office</vt:lpstr>
      <vt:lpstr>think-cell Slide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Yacouba Ouattara [ MTN Cote d'Ivoire ]</dc:creator>
  <cp:lastModifiedBy>Hello</cp:lastModifiedBy>
  <cp:revision>117</cp:revision>
  <dcterms:created xsi:type="dcterms:W3CDTF">2025-04-07T14:33:41Z</dcterms:created>
  <dcterms:modified xsi:type="dcterms:W3CDTF">2026-06-21T22:03:34Z</dcterms:modified>
</cp:coreProperties>
</file>